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9" r:id="rId7"/>
    <p:sldId id="260" r:id="rId8"/>
    <p:sldId id="265" r:id="rId9"/>
    <p:sldId id="268" r:id="rId10"/>
    <p:sldId id="269" r:id="rId11"/>
    <p:sldId id="271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7373C8-2A92-554D-A72E-072A96227DA8}" v="166" dt="2025-08-06T08:02:51.6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7" autoAdjust="0"/>
    <p:restoredTop sz="94710"/>
  </p:normalViewPr>
  <p:slideViewPr>
    <p:cSldViewPr snapToGrid="0">
      <p:cViewPr varScale="1">
        <p:scale>
          <a:sx n="114" d="100"/>
          <a:sy n="114" d="100"/>
        </p:scale>
        <p:origin x="168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maya Tripathy" userId="262acae3-24b7-41cd-9119-62b8eb9d7df4" providerId="ADAL" clId="{0D7373C8-2A92-554D-A72E-072A96227DA8}"/>
    <pc:docChg chg="custSel delSld modSld">
      <pc:chgData name="Chinmaya Tripathy" userId="262acae3-24b7-41cd-9119-62b8eb9d7df4" providerId="ADAL" clId="{0D7373C8-2A92-554D-A72E-072A96227DA8}" dt="2025-08-06T08:02:58.516" v="217" actId="14100"/>
      <pc:docMkLst>
        <pc:docMk/>
      </pc:docMkLst>
      <pc:sldChg chg="addSp modSp mod">
        <pc:chgData name="Chinmaya Tripathy" userId="262acae3-24b7-41cd-9119-62b8eb9d7df4" providerId="ADAL" clId="{0D7373C8-2A92-554D-A72E-072A96227DA8}" dt="2025-08-05T10:37:53.069" v="195" actId="14100"/>
        <pc:sldMkLst>
          <pc:docMk/>
          <pc:sldMk cId="3291115850" sldId="259"/>
        </pc:sldMkLst>
        <pc:graphicFrameChg chg="mod">
          <ac:chgData name="Chinmaya Tripathy" userId="262acae3-24b7-41cd-9119-62b8eb9d7df4" providerId="ADAL" clId="{0D7373C8-2A92-554D-A72E-072A96227DA8}" dt="2025-07-23T12:43:19.570" v="160"/>
          <ac:graphicFrameMkLst>
            <pc:docMk/>
            <pc:sldMk cId="3291115850" sldId="259"/>
            <ac:graphicFrameMk id="7" creationId="{BC401D0B-C5F6-C3BC-77B6-39351EBE41D6}"/>
          </ac:graphicFrameMkLst>
        </pc:graphicFrameChg>
        <pc:cxnChg chg="add mod">
          <ac:chgData name="Chinmaya Tripathy" userId="262acae3-24b7-41cd-9119-62b8eb9d7df4" providerId="ADAL" clId="{0D7373C8-2A92-554D-A72E-072A96227DA8}" dt="2025-08-05T10:37:53.069" v="195" actId="14100"/>
          <ac:cxnSpMkLst>
            <pc:docMk/>
            <pc:sldMk cId="3291115850" sldId="259"/>
            <ac:cxnSpMk id="6" creationId="{B042768C-E522-3992-6768-033F677C0CFD}"/>
          </ac:cxnSpMkLst>
        </pc:cxnChg>
        <pc:cxnChg chg="mod">
          <ac:chgData name="Chinmaya Tripathy" userId="262acae3-24b7-41cd-9119-62b8eb9d7df4" providerId="ADAL" clId="{0D7373C8-2A92-554D-A72E-072A96227DA8}" dt="2025-08-05T10:37:05.671" v="188" actId="14100"/>
          <ac:cxnSpMkLst>
            <pc:docMk/>
            <pc:sldMk cId="3291115850" sldId="259"/>
            <ac:cxnSpMk id="10" creationId="{279D4FF1-33DE-0796-7A4A-89F72E29D743}"/>
          </ac:cxnSpMkLst>
        </pc:cxnChg>
        <pc:cxnChg chg="mod">
          <ac:chgData name="Chinmaya Tripathy" userId="262acae3-24b7-41cd-9119-62b8eb9d7df4" providerId="ADAL" clId="{0D7373C8-2A92-554D-A72E-072A96227DA8}" dt="2025-08-05T10:37:25.492" v="191" actId="1076"/>
          <ac:cxnSpMkLst>
            <pc:docMk/>
            <pc:sldMk cId="3291115850" sldId="259"/>
            <ac:cxnSpMk id="12" creationId="{66EF300E-D05F-F075-AEEA-00890D2D6376}"/>
          </ac:cxnSpMkLst>
        </pc:cxnChg>
        <pc:cxnChg chg="mod">
          <ac:chgData name="Chinmaya Tripathy" userId="262acae3-24b7-41cd-9119-62b8eb9d7df4" providerId="ADAL" clId="{0D7373C8-2A92-554D-A72E-072A96227DA8}" dt="2025-08-05T10:37:45.371" v="193" actId="14100"/>
          <ac:cxnSpMkLst>
            <pc:docMk/>
            <pc:sldMk cId="3291115850" sldId="259"/>
            <ac:cxnSpMk id="19" creationId="{FD13DD39-BE73-E353-991B-DF4298129A70}"/>
          </ac:cxnSpMkLst>
        </pc:cxnChg>
        <pc:cxnChg chg="mod">
          <ac:chgData name="Chinmaya Tripathy" userId="262acae3-24b7-41cd-9119-62b8eb9d7df4" providerId="ADAL" clId="{0D7373C8-2A92-554D-A72E-072A96227DA8}" dt="2025-08-05T10:37:18.163" v="190" actId="14100"/>
          <ac:cxnSpMkLst>
            <pc:docMk/>
            <pc:sldMk cId="3291115850" sldId="259"/>
            <ac:cxnSpMk id="25" creationId="{47DB29CA-B96C-09EB-962A-731A8C060567}"/>
          </ac:cxnSpMkLst>
        </pc:cxnChg>
      </pc:sldChg>
      <pc:sldChg chg="del">
        <pc:chgData name="Chinmaya Tripathy" userId="262acae3-24b7-41cd-9119-62b8eb9d7df4" providerId="ADAL" clId="{0D7373C8-2A92-554D-A72E-072A96227DA8}" dt="2025-08-06T08:00:32.764" v="196" actId="2696"/>
        <pc:sldMkLst>
          <pc:docMk/>
          <pc:sldMk cId="569167063" sldId="261"/>
        </pc:sldMkLst>
      </pc:sldChg>
      <pc:sldChg chg="del">
        <pc:chgData name="Chinmaya Tripathy" userId="262acae3-24b7-41cd-9119-62b8eb9d7df4" providerId="ADAL" clId="{0D7373C8-2A92-554D-A72E-072A96227DA8}" dt="2025-08-06T08:01:50.308" v="203" actId="2696"/>
        <pc:sldMkLst>
          <pc:docMk/>
          <pc:sldMk cId="3844613020" sldId="264"/>
        </pc:sldMkLst>
      </pc:sldChg>
      <pc:sldChg chg="modSp mod">
        <pc:chgData name="Chinmaya Tripathy" userId="262acae3-24b7-41cd-9119-62b8eb9d7df4" providerId="ADAL" clId="{0D7373C8-2A92-554D-A72E-072A96227DA8}" dt="2025-07-23T12:48:29.446" v="186" actId="20577"/>
        <pc:sldMkLst>
          <pc:docMk/>
          <pc:sldMk cId="3649132165" sldId="265"/>
        </pc:sldMkLst>
        <pc:spChg chg="mod">
          <ac:chgData name="Chinmaya Tripathy" userId="262acae3-24b7-41cd-9119-62b8eb9d7df4" providerId="ADAL" clId="{0D7373C8-2A92-554D-A72E-072A96227DA8}" dt="2025-07-23T12:48:29.446" v="186" actId="20577"/>
          <ac:spMkLst>
            <pc:docMk/>
            <pc:sldMk cId="3649132165" sldId="265"/>
            <ac:spMk id="5" creationId="{4ADE3225-D3AF-A2B4-E6E4-36080A7D01AF}"/>
          </ac:spMkLst>
        </pc:spChg>
      </pc:sldChg>
      <pc:sldChg chg="del">
        <pc:chgData name="Chinmaya Tripathy" userId="262acae3-24b7-41cd-9119-62b8eb9d7df4" providerId="ADAL" clId="{0D7373C8-2A92-554D-A72E-072A96227DA8}" dt="2025-08-06T08:00:37.100" v="197" actId="2696"/>
        <pc:sldMkLst>
          <pc:docMk/>
          <pc:sldMk cId="4095961974" sldId="267"/>
        </pc:sldMkLst>
      </pc:sldChg>
      <pc:sldChg chg="addSp delSp modSp mod">
        <pc:chgData name="Chinmaya Tripathy" userId="262acae3-24b7-41cd-9119-62b8eb9d7df4" providerId="ADAL" clId="{0D7373C8-2A92-554D-A72E-072A96227DA8}" dt="2025-08-06T08:01:31.604" v="201" actId="14100"/>
        <pc:sldMkLst>
          <pc:docMk/>
          <pc:sldMk cId="3945946760" sldId="268"/>
        </pc:sldMkLst>
        <pc:picChg chg="add mod">
          <ac:chgData name="Chinmaya Tripathy" userId="262acae3-24b7-41cd-9119-62b8eb9d7df4" providerId="ADAL" clId="{0D7373C8-2A92-554D-A72E-072A96227DA8}" dt="2025-08-06T08:01:31.604" v="201" actId="14100"/>
          <ac:picMkLst>
            <pc:docMk/>
            <pc:sldMk cId="3945946760" sldId="268"/>
            <ac:picMk id="2" creationId="{4D9B8D1E-36C4-B670-C0A3-D198020F9B05}"/>
          </ac:picMkLst>
        </pc:picChg>
        <pc:picChg chg="del">
          <ac:chgData name="Chinmaya Tripathy" userId="262acae3-24b7-41cd-9119-62b8eb9d7df4" providerId="ADAL" clId="{0D7373C8-2A92-554D-A72E-072A96227DA8}" dt="2025-08-06T08:00:48.419" v="198" actId="478"/>
          <ac:picMkLst>
            <pc:docMk/>
            <pc:sldMk cId="3945946760" sldId="268"/>
            <ac:picMk id="9" creationId="{C8E392FD-F71E-8AB2-AB6E-8903FB5F8B7E}"/>
          </ac:picMkLst>
        </pc:picChg>
      </pc:sldChg>
      <pc:sldChg chg="addSp delSp modSp mod">
        <pc:chgData name="Chinmaya Tripathy" userId="262acae3-24b7-41cd-9119-62b8eb9d7df4" providerId="ADAL" clId="{0D7373C8-2A92-554D-A72E-072A96227DA8}" dt="2025-08-06T08:02:29.342" v="210" actId="14100"/>
        <pc:sldMkLst>
          <pc:docMk/>
          <pc:sldMk cId="1283265408" sldId="269"/>
        </pc:sldMkLst>
        <pc:picChg chg="add mod">
          <ac:chgData name="Chinmaya Tripathy" userId="262acae3-24b7-41cd-9119-62b8eb9d7df4" providerId="ADAL" clId="{0D7373C8-2A92-554D-A72E-072A96227DA8}" dt="2025-08-06T08:02:29.342" v="210" actId="14100"/>
          <ac:picMkLst>
            <pc:docMk/>
            <pc:sldMk cId="1283265408" sldId="269"/>
            <ac:picMk id="2" creationId="{525B364A-316D-5C3F-F225-98D7E0135D30}"/>
          </ac:picMkLst>
        </pc:picChg>
        <pc:picChg chg="del">
          <ac:chgData name="Chinmaya Tripathy" userId="262acae3-24b7-41cd-9119-62b8eb9d7df4" providerId="ADAL" clId="{0D7373C8-2A92-554D-A72E-072A96227DA8}" dt="2025-08-06T08:01:57.130" v="204" actId="478"/>
          <ac:picMkLst>
            <pc:docMk/>
            <pc:sldMk cId="1283265408" sldId="269"/>
            <ac:picMk id="5" creationId="{19C01136-BA2B-56D3-4C6C-946527ADD9A4}"/>
          </ac:picMkLst>
        </pc:picChg>
      </pc:sldChg>
      <pc:sldChg chg="addSp delSp modSp mod">
        <pc:chgData name="Chinmaya Tripathy" userId="262acae3-24b7-41cd-9119-62b8eb9d7df4" providerId="ADAL" clId="{0D7373C8-2A92-554D-A72E-072A96227DA8}" dt="2025-08-06T08:02:58.516" v="217" actId="14100"/>
        <pc:sldMkLst>
          <pc:docMk/>
          <pc:sldMk cId="2421689169" sldId="271"/>
        </pc:sldMkLst>
        <pc:spChg chg="add del mod">
          <ac:chgData name="Chinmaya Tripathy" userId="262acae3-24b7-41cd-9119-62b8eb9d7df4" providerId="ADAL" clId="{0D7373C8-2A92-554D-A72E-072A96227DA8}" dt="2025-08-06T08:02:46.007" v="214"/>
          <ac:spMkLst>
            <pc:docMk/>
            <pc:sldMk cId="2421689169" sldId="271"/>
            <ac:spMk id="2" creationId="{9A0F3050-DC19-2213-A265-BCB8B8129DC8}"/>
          </ac:spMkLst>
        </pc:spChg>
        <pc:picChg chg="add mod">
          <ac:chgData name="Chinmaya Tripathy" userId="262acae3-24b7-41cd-9119-62b8eb9d7df4" providerId="ADAL" clId="{0D7373C8-2A92-554D-A72E-072A96227DA8}" dt="2025-08-06T08:02:58.516" v="217" actId="14100"/>
          <ac:picMkLst>
            <pc:docMk/>
            <pc:sldMk cId="2421689169" sldId="271"/>
            <ac:picMk id="3" creationId="{27D50E5C-3C49-00BE-800B-28A9004826A1}"/>
          </ac:picMkLst>
        </pc:picChg>
        <pc:picChg chg="del">
          <ac:chgData name="Chinmaya Tripathy" userId="262acae3-24b7-41cd-9119-62b8eb9d7df4" providerId="ADAL" clId="{0D7373C8-2A92-554D-A72E-072A96227DA8}" dt="2025-08-06T08:02:43.295" v="212" actId="478"/>
          <ac:picMkLst>
            <pc:docMk/>
            <pc:sldMk cId="2421689169" sldId="271"/>
            <ac:picMk id="7" creationId="{001D3E7D-9985-7D5B-ADB9-D49FA9527954}"/>
          </ac:picMkLst>
        </pc:picChg>
      </pc:sldChg>
      <pc:sldChg chg="del">
        <pc:chgData name="Chinmaya Tripathy" userId="262acae3-24b7-41cd-9119-62b8eb9d7df4" providerId="ADAL" clId="{0D7373C8-2A92-554D-A72E-072A96227DA8}" dt="2025-08-06T08:01:46.319" v="202" actId="2696"/>
        <pc:sldMkLst>
          <pc:docMk/>
          <pc:sldMk cId="1404365459" sldId="272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7C74DF-2436-4A05-BB4B-832323ACF0B4}" type="doc">
      <dgm:prSet loTypeId="urn:microsoft.com/office/officeart/2005/8/layout/chevron1" loCatId="process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E55510F-4617-4B9D-9FC0-D298675F6A83}">
      <dgm:prSet/>
      <dgm:spPr/>
      <dgm:t>
        <a:bodyPr/>
        <a:lstStyle/>
        <a:p>
          <a:r>
            <a:rPr lang="en-US"/>
            <a:t>Secure, Scalable, and Seamless Access for All Users</a:t>
          </a:r>
        </a:p>
      </dgm:t>
    </dgm:pt>
    <dgm:pt modelId="{7F9E3F5F-8F8F-48D1-B4FA-E84FD16542D3}" type="parTrans" cxnId="{7BD9CC13-9E20-437F-BCF8-DBE543C93C37}">
      <dgm:prSet/>
      <dgm:spPr/>
      <dgm:t>
        <a:bodyPr/>
        <a:lstStyle/>
        <a:p>
          <a:endParaRPr lang="en-US"/>
        </a:p>
      </dgm:t>
    </dgm:pt>
    <dgm:pt modelId="{04DEB07C-7AFC-4B3C-A9BD-74E97FB4202B}" type="sibTrans" cxnId="{7BD9CC13-9E20-437F-BCF8-DBE543C93C37}">
      <dgm:prSet/>
      <dgm:spPr/>
      <dgm:t>
        <a:bodyPr/>
        <a:lstStyle/>
        <a:p>
          <a:endParaRPr lang="en-US"/>
        </a:p>
      </dgm:t>
    </dgm:pt>
    <dgm:pt modelId="{2D0940C0-C8D2-4C30-B05B-A3D5EA26B5A9}">
      <dgm:prSet/>
      <dgm:spPr/>
      <dgm:t>
        <a:bodyPr/>
        <a:lstStyle/>
        <a:p>
          <a:r>
            <a:rPr lang="en-US" dirty="0"/>
            <a:t>Presented By : CIAM Team</a:t>
          </a:r>
          <a:br>
            <a:rPr lang="en-US" dirty="0"/>
          </a:br>
          <a:r>
            <a:rPr lang="en-US" dirty="0"/>
            <a:t>Date : 23 July 2025</a:t>
          </a:r>
        </a:p>
      </dgm:t>
    </dgm:pt>
    <dgm:pt modelId="{36D47675-5502-4C0D-96E4-1C9D6B341B16}" type="parTrans" cxnId="{22801579-C9AB-46D9-8AE5-45497E1FA6AB}">
      <dgm:prSet/>
      <dgm:spPr/>
      <dgm:t>
        <a:bodyPr/>
        <a:lstStyle/>
        <a:p>
          <a:endParaRPr lang="en-US"/>
        </a:p>
      </dgm:t>
    </dgm:pt>
    <dgm:pt modelId="{ADB684DB-76A0-4006-BD34-980F01ED8AC2}" type="sibTrans" cxnId="{22801579-C9AB-46D9-8AE5-45497E1FA6AB}">
      <dgm:prSet/>
      <dgm:spPr/>
      <dgm:t>
        <a:bodyPr/>
        <a:lstStyle/>
        <a:p>
          <a:endParaRPr lang="en-US"/>
        </a:p>
      </dgm:t>
    </dgm:pt>
    <dgm:pt modelId="{7DCE4866-2C35-4C3B-82D7-4AF19C056F9C}" type="pres">
      <dgm:prSet presAssocID="{8D7C74DF-2436-4A05-BB4B-832323ACF0B4}" presName="Name0" presStyleCnt="0">
        <dgm:presLayoutVars>
          <dgm:dir/>
          <dgm:animLvl val="lvl"/>
          <dgm:resizeHandles val="exact"/>
        </dgm:presLayoutVars>
      </dgm:prSet>
      <dgm:spPr/>
    </dgm:pt>
    <dgm:pt modelId="{7CBE8F3E-6ABC-4E00-ADFA-84934C2C099F}" type="pres">
      <dgm:prSet presAssocID="{4E55510F-4617-4B9D-9FC0-D298675F6A83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0C5958F4-1D6E-46AE-900B-B439E64EC6DE}" type="pres">
      <dgm:prSet presAssocID="{04DEB07C-7AFC-4B3C-A9BD-74E97FB4202B}" presName="parTxOnlySpace" presStyleCnt="0"/>
      <dgm:spPr/>
    </dgm:pt>
    <dgm:pt modelId="{5B427450-7A87-4E15-9BAC-71EE5B3FCCCE}" type="pres">
      <dgm:prSet presAssocID="{2D0940C0-C8D2-4C30-B05B-A3D5EA26B5A9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395B6903-333E-4E4D-968B-E030E06AEFFF}" type="presOf" srcId="{8D7C74DF-2436-4A05-BB4B-832323ACF0B4}" destId="{7DCE4866-2C35-4C3B-82D7-4AF19C056F9C}" srcOrd="0" destOrd="0" presId="urn:microsoft.com/office/officeart/2005/8/layout/chevron1"/>
    <dgm:cxn modelId="{7BD9CC13-9E20-437F-BCF8-DBE543C93C37}" srcId="{8D7C74DF-2436-4A05-BB4B-832323ACF0B4}" destId="{4E55510F-4617-4B9D-9FC0-D298675F6A83}" srcOrd="0" destOrd="0" parTransId="{7F9E3F5F-8F8F-48D1-B4FA-E84FD16542D3}" sibTransId="{04DEB07C-7AFC-4B3C-A9BD-74E97FB4202B}"/>
    <dgm:cxn modelId="{7DE74C47-1D5B-4E73-96F4-A910B3A92329}" type="presOf" srcId="{2D0940C0-C8D2-4C30-B05B-A3D5EA26B5A9}" destId="{5B427450-7A87-4E15-9BAC-71EE5B3FCCCE}" srcOrd="0" destOrd="0" presId="urn:microsoft.com/office/officeart/2005/8/layout/chevron1"/>
    <dgm:cxn modelId="{22801579-C9AB-46D9-8AE5-45497E1FA6AB}" srcId="{8D7C74DF-2436-4A05-BB4B-832323ACF0B4}" destId="{2D0940C0-C8D2-4C30-B05B-A3D5EA26B5A9}" srcOrd="1" destOrd="0" parTransId="{36D47675-5502-4C0D-96E4-1C9D6B341B16}" sibTransId="{ADB684DB-76A0-4006-BD34-980F01ED8AC2}"/>
    <dgm:cxn modelId="{E05B55A3-74A1-40F1-A4C2-B1E16A4B7349}" type="presOf" srcId="{4E55510F-4617-4B9D-9FC0-D298675F6A83}" destId="{7CBE8F3E-6ABC-4E00-ADFA-84934C2C099F}" srcOrd="0" destOrd="0" presId="urn:microsoft.com/office/officeart/2005/8/layout/chevron1"/>
    <dgm:cxn modelId="{4D821B06-39D3-43B6-97FC-F05A20AA43DB}" type="presParOf" srcId="{7DCE4866-2C35-4C3B-82D7-4AF19C056F9C}" destId="{7CBE8F3E-6ABC-4E00-ADFA-84934C2C099F}" srcOrd="0" destOrd="0" presId="urn:microsoft.com/office/officeart/2005/8/layout/chevron1"/>
    <dgm:cxn modelId="{AE18F6AA-3767-4C97-8003-3A791572C0BA}" type="presParOf" srcId="{7DCE4866-2C35-4C3B-82D7-4AF19C056F9C}" destId="{0C5958F4-1D6E-46AE-900B-B439E64EC6DE}" srcOrd="1" destOrd="0" presId="urn:microsoft.com/office/officeart/2005/8/layout/chevron1"/>
    <dgm:cxn modelId="{78132A2C-306D-4961-AA05-E7F88BAF8EEC}" type="presParOf" srcId="{7DCE4866-2C35-4C3B-82D7-4AF19C056F9C}" destId="{5B427450-7A87-4E15-9BAC-71EE5B3FCCCE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FF765E-E680-4745-AF2C-39383582AF8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9CF35F7-D984-4249-9631-89811A40ED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explain how CIAM with SSO will be integrated with internal and external applications.</a:t>
          </a:r>
        </a:p>
      </dgm:t>
    </dgm:pt>
    <dgm:pt modelId="{5D7EE1EF-4F81-428D-9117-F4FC9731ADCE}" type="parTrans" cxnId="{EB41CA38-7366-4CE2-8005-B8E33F5BA855}">
      <dgm:prSet/>
      <dgm:spPr/>
      <dgm:t>
        <a:bodyPr/>
        <a:lstStyle/>
        <a:p>
          <a:endParaRPr lang="en-US"/>
        </a:p>
      </dgm:t>
    </dgm:pt>
    <dgm:pt modelId="{206CBD4D-2172-41F8-8BE4-AF94B0F8B19F}" type="sibTrans" cxnId="{EB41CA38-7366-4CE2-8005-B8E33F5BA8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92C7447-38DC-422E-83A2-D03FC94642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showcase the authentication flows and supported protocols.</a:t>
          </a:r>
        </a:p>
      </dgm:t>
    </dgm:pt>
    <dgm:pt modelId="{734E27D6-8922-4551-800F-139A5DF71268}" type="parTrans" cxnId="{136B7389-B716-4A53-BFFC-F4EF3BDE7445}">
      <dgm:prSet/>
      <dgm:spPr/>
      <dgm:t>
        <a:bodyPr/>
        <a:lstStyle/>
        <a:p>
          <a:endParaRPr lang="en-US"/>
        </a:p>
      </dgm:t>
    </dgm:pt>
    <dgm:pt modelId="{2A49C1B9-CDE7-4F92-8FEF-A36E29281260}" type="sibTrans" cxnId="{136B7389-B716-4A53-BFFC-F4EF3BDE744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3971273-5175-417A-B4FD-9F74C0F98B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define roles, responsibilities, and benefits.</a:t>
          </a:r>
        </a:p>
      </dgm:t>
    </dgm:pt>
    <dgm:pt modelId="{35A63271-8F51-4432-AEFF-F2C33C52EEBB}" type="parTrans" cxnId="{85634092-5594-445C-92AC-90D809608467}">
      <dgm:prSet/>
      <dgm:spPr/>
      <dgm:t>
        <a:bodyPr/>
        <a:lstStyle/>
        <a:p>
          <a:endParaRPr lang="en-US"/>
        </a:p>
      </dgm:t>
    </dgm:pt>
    <dgm:pt modelId="{401EA52C-D6A7-429A-95F7-AD522328A0C9}" type="sibTrans" cxnId="{85634092-5594-445C-92AC-90D809608467}">
      <dgm:prSet/>
      <dgm:spPr/>
      <dgm:t>
        <a:bodyPr/>
        <a:lstStyle/>
        <a:p>
          <a:endParaRPr lang="en-US"/>
        </a:p>
      </dgm:t>
    </dgm:pt>
    <dgm:pt modelId="{0D0DB3B3-FB88-416A-B644-25C12D3C2F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is CIAM?</a:t>
          </a:r>
        </a:p>
      </dgm:t>
    </dgm:pt>
    <dgm:pt modelId="{AAF220B6-AEFD-4CA6-9D41-38520ED8EF5F}" type="parTrans" cxnId="{5152234C-DE51-4947-9D62-572E34DB1739}">
      <dgm:prSet/>
      <dgm:spPr/>
      <dgm:t>
        <a:bodyPr/>
        <a:lstStyle/>
        <a:p>
          <a:endParaRPr lang="en-IN"/>
        </a:p>
      </dgm:t>
    </dgm:pt>
    <dgm:pt modelId="{C25F43FF-526C-4910-8A60-446C9ED51CD8}" type="sibTrans" cxnId="{5152234C-DE51-4947-9D62-572E34DB1739}">
      <dgm:prSet/>
      <dgm:spPr/>
      <dgm:t>
        <a:bodyPr/>
        <a:lstStyle/>
        <a:p>
          <a:pPr>
            <a:lnSpc>
              <a:spcPct val="100000"/>
            </a:lnSpc>
          </a:pPr>
          <a:endParaRPr lang="en-IN"/>
        </a:p>
      </dgm:t>
    </dgm:pt>
    <dgm:pt modelId="{2C86CE8F-5BFF-4A8B-B086-D2A04DEF8FE3}" type="pres">
      <dgm:prSet presAssocID="{C9FF765E-E680-4745-AF2C-39383582AF8D}" presName="root" presStyleCnt="0">
        <dgm:presLayoutVars>
          <dgm:dir/>
          <dgm:resizeHandles val="exact"/>
        </dgm:presLayoutVars>
      </dgm:prSet>
      <dgm:spPr/>
    </dgm:pt>
    <dgm:pt modelId="{5A2EE8EA-4BB3-41EE-B575-01FA0B42F003}" type="pres">
      <dgm:prSet presAssocID="{C9FF765E-E680-4745-AF2C-39383582AF8D}" presName="container" presStyleCnt="0">
        <dgm:presLayoutVars>
          <dgm:dir/>
          <dgm:resizeHandles val="exact"/>
        </dgm:presLayoutVars>
      </dgm:prSet>
      <dgm:spPr/>
    </dgm:pt>
    <dgm:pt modelId="{B24251CC-B4AF-45E3-A0B0-DE98EC9C5BBA}" type="pres">
      <dgm:prSet presAssocID="{0D0DB3B3-FB88-416A-B644-25C12D3C2F4E}" presName="compNode" presStyleCnt="0"/>
      <dgm:spPr/>
    </dgm:pt>
    <dgm:pt modelId="{F1A26BCC-1A1D-426E-9397-9928CB9A6771}" type="pres">
      <dgm:prSet presAssocID="{0D0DB3B3-FB88-416A-B644-25C12D3C2F4E}" presName="iconBgRect" presStyleLbl="bgShp" presStyleIdx="0" presStyleCnt="4"/>
      <dgm:spPr/>
    </dgm:pt>
    <dgm:pt modelId="{0694912B-AE74-416A-8906-4D87CD133C45}" type="pres">
      <dgm:prSet presAssocID="{0D0DB3B3-FB88-416A-B644-25C12D3C2F4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866184A8-BA79-4748-8D2F-C1BE755F0CF6}" type="pres">
      <dgm:prSet presAssocID="{0D0DB3B3-FB88-416A-B644-25C12D3C2F4E}" presName="spaceRect" presStyleCnt="0"/>
      <dgm:spPr/>
    </dgm:pt>
    <dgm:pt modelId="{2E676E60-CD45-43DD-B199-54BFCCC7A149}" type="pres">
      <dgm:prSet presAssocID="{0D0DB3B3-FB88-416A-B644-25C12D3C2F4E}" presName="textRect" presStyleLbl="revTx" presStyleIdx="0" presStyleCnt="4">
        <dgm:presLayoutVars>
          <dgm:chMax val="1"/>
          <dgm:chPref val="1"/>
        </dgm:presLayoutVars>
      </dgm:prSet>
      <dgm:spPr/>
    </dgm:pt>
    <dgm:pt modelId="{081E7391-8A47-4F22-BDFA-C8AA22C8BC12}" type="pres">
      <dgm:prSet presAssocID="{C25F43FF-526C-4910-8A60-446C9ED51CD8}" presName="sibTrans" presStyleLbl="sibTrans2D1" presStyleIdx="0" presStyleCnt="0"/>
      <dgm:spPr/>
    </dgm:pt>
    <dgm:pt modelId="{A3B95781-652A-45EC-AA6F-C97CB486E012}" type="pres">
      <dgm:prSet presAssocID="{F9CF35F7-D984-4249-9631-89811A40ED95}" presName="compNode" presStyleCnt="0"/>
      <dgm:spPr/>
    </dgm:pt>
    <dgm:pt modelId="{C4BA0C7F-424E-4ABE-9AFD-7763C081DC9C}" type="pres">
      <dgm:prSet presAssocID="{F9CF35F7-D984-4249-9631-89811A40ED95}" presName="iconBgRect" presStyleLbl="bgShp" presStyleIdx="1" presStyleCnt="4"/>
      <dgm:spPr/>
    </dgm:pt>
    <dgm:pt modelId="{14045C48-7E16-4416-A840-C78F9E769F89}" type="pres">
      <dgm:prSet presAssocID="{F9CF35F7-D984-4249-9631-89811A40ED9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D6BC5D6-D770-4B96-8E20-178398431275}" type="pres">
      <dgm:prSet presAssocID="{F9CF35F7-D984-4249-9631-89811A40ED95}" presName="spaceRect" presStyleCnt="0"/>
      <dgm:spPr/>
    </dgm:pt>
    <dgm:pt modelId="{B56881DE-449C-47F5-B86D-6A08AB27F037}" type="pres">
      <dgm:prSet presAssocID="{F9CF35F7-D984-4249-9631-89811A40ED95}" presName="textRect" presStyleLbl="revTx" presStyleIdx="1" presStyleCnt="4">
        <dgm:presLayoutVars>
          <dgm:chMax val="1"/>
          <dgm:chPref val="1"/>
        </dgm:presLayoutVars>
      </dgm:prSet>
      <dgm:spPr/>
    </dgm:pt>
    <dgm:pt modelId="{71D0C4AD-25FE-4D94-ABE8-2FEC2F654454}" type="pres">
      <dgm:prSet presAssocID="{206CBD4D-2172-41F8-8BE4-AF94B0F8B19F}" presName="sibTrans" presStyleLbl="sibTrans2D1" presStyleIdx="0" presStyleCnt="0"/>
      <dgm:spPr/>
    </dgm:pt>
    <dgm:pt modelId="{FA99663B-B304-4FAC-9DFD-4226C8F65255}" type="pres">
      <dgm:prSet presAssocID="{F92C7447-38DC-422E-83A2-D03FC94642D1}" presName="compNode" presStyleCnt="0"/>
      <dgm:spPr/>
    </dgm:pt>
    <dgm:pt modelId="{CAFBF81F-23D7-44DA-89D1-2998D7926443}" type="pres">
      <dgm:prSet presAssocID="{F92C7447-38DC-422E-83A2-D03FC94642D1}" presName="iconBgRect" presStyleLbl="bgShp" presStyleIdx="2" presStyleCnt="4"/>
      <dgm:spPr/>
    </dgm:pt>
    <dgm:pt modelId="{B3B117AC-3B19-4D1E-90FC-11C9172FB167}" type="pres">
      <dgm:prSet presAssocID="{F92C7447-38DC-422E-83A2-D03FC94642D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5FD529C-012E-47E4-A768-B9FD2A509627}" type="pres">
      <dgm:prSet presAssocID="{F92C7447-38DC-422E-83A2-D03FC94642D1}" presName="spaceRect" presStyleCnt="0"/>
      <dgm:spPr/>
    </dgm:pt>
    <dgm:pt modelId="{8874F826-69B0-4E89-A7C8-73BB1E67EE7B}" type="pres">
      <dgm:prSet presAssocID="{F92C7447-38DC-422E-83A2-D03FC94642D1}" presName="textRect" presStyleLbl="revTx" presStyleIdx="2" presStyleCnt="4">
        <dgm:presLayoutVars>
          <dgm:chMax val="1"/>
          <dgm:chPref val="1"/>
        </dgm:presLayoutVars>
      </dgm:prSet>
      <dgm:spPr/>
    </dgm:pt>
    <dgm:pt modelId="{6D95DF9B-68AE-4730-922F-154C4B464073}" type="pres">
      <dgm:prSet presAssocID="{2A49C1B9-CDE7-4F92-8FEF-A36E29281260}" presName="sibTrans" presStyleLbl="sibTrans2D1" presStyleIdx="0" presStyleCnt="0"/>
      <dgm:spPr/>
    </dgm:pt>
    <dgm:pt modelId="{C2CBDE91-5C54-4CD0-BBD2-6AA45DE10B95}" type="pres">
      <dgm:prSet presAssocID="{33971273-5175-417A-B4FD-9F74C0F98BA7}" presName="compNode" presStyleCnt="0"/>
      <dgm:spPr/>
    </dgm:pt>
    <dgm:pt modelId="{87C0B1C8-DC45-404A-A7CE-D222361E1F5A}" type="pres">
      <dgm:prSet presAssocID="{33971273-5175-417A-B4FD-9F74C0F98BA7}" presName="iconBgRect" presStyleLbl="bgShp" presStyleIdx="3" presStyleCnt="4"/>
      <dgm:spPr/>
    </dgm:pt>
    <dgm:pt modelId="{334282FD-FDB3-4783-92B0-F05BC1A7D81A}" type="pres">
      <dgm:prSet presAssocID="{33971273-5175-417A-B4FD-9F74C0F98BA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356DE502-3E0D-45A6-A847-36C0363681D2}" type="pres">
      <dgm:prSet presAssocID="{33971273-5175-417A-B4FD-9F74C0F98BA7}" presName="spaceRect" presStyleCnt="0"/>
      <dgm:spPr/>
    </dgm:pt>
    <dgm:pt modelId="{D7DE136D-FDCA-4226-8139-F53D303316C7}" type="pres">
      <dgm:prSet presAssocID="{33971273-5175-417A-B4FD-9F74C0F98BA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327972A-D0B0-455A-8E15-F66C1F5B4164}" type="presOf" srcId="{C9FF765E-E680-4745-AF2C-39383582AF8D}" destId="{2C86CE8F-5BFF-4A8B-B086-D2A04DEF8FE3}" srcOrd="0" destOrd="0" presId="urn:microsoft.com/office/officeart/2018/2/layout/IconCircleList"/>
    <dgm:cxn modelId="{EB41CA38-7366-4CE2-8005-B8E33F5BA855}" srcId="{C9FF765E-E680-4745-AF2C-39383582AF8D}" destId="{F9CF35F7-D984-4249-9631-89811A40ED95}" srcOrd="1" destOrd="0" parTransId="{5D7EE1EF-4F81-428D-9117-F4FC9731ADCE}" sibTransId="{206CBD4D-2172-41F8-8BE4-AF94B0F8B19F}"/>
    <dgm:cxn modelId="{5152234C-DE51-4947-9D62-572E34DB1739}" srcId="{C9FF765E-E680-4745-AF2C-39383582AF8D}" destId="{0D0DB3B3-FB88-416A-B644-25C12D3C2F4E}" srcOrd="0" destOrd="0" parTransId="{AAF220B6-AEFD-4CA6-9D41-38520ED8EF5F}" sibTransId="{C25F43FF-526C-4910-8A60-446C9ED51CD8}"/>
    <dgm:cxn modelId="{F0781B67-131D-4A53-8C48-F00302C49B95}" type="presOf" srcId="{F9CF35F7-D984-4249-9631-89811A40ED95}" destId="{B56881DE-449C-47F5-B86D-6A08AB27F037}" srcOrd="0" destOrd="0" presId="urn:microsoft.com/office/officeart/2018/2/layout/IconCircleList"/>
    <dgm:cxn modelId="{AA74BB6F-A615-4270-AC03-B1FB14F45BCC}" type="presOf" srcId="{33971273-5175-417A-B4FD-9F74C0F98BA7}" destId="{D7DE136D-FDCA-4226-8139-F53D303316C7}" srcOrd="0" destOrd="0" presId="urn:microsoft.com/office/officeart/2018/2/layout/IconCircleList"/>
    <dgm:cxn modelId="{136B7389-B716-4A53-BFFC-F4EF3BDE7445}" srcId="{C9FF765E-E680-4745-AF2C-39383582AF8D}" destId="{F92C7447-38DC-422E-83A2-D03FC94642D1}" srcOrd="2" destOrd="0" parTransId="{734E27D6-8922-4551-800F-139A5DF71268}" sibTransId="{2A49C1B9-CDE7-4F92-8FEF-A36E29281260}"/>
    <dgm:cxn modelId="{85634092-5594-445C-92AC-90D809608467}" srcId="{C9FF765E-E680-4745-AF2C-39383582AF8D}" destId="{33971273-5175-417A-B4FD-9F74C0F98BA7}" srcOrd="3" destOrd="0" parTransId="{35A63271-8F51-4432-AEFF-F2C33C52EEBB}" sibTransId="{401EA52C-D6A7-429A-95F7-AD522328A0C9}"/>
    <dgm:cxn modelId="{28846393-F99F-4A50-B0EC-6F7E0427449F}" type="presOf" srcId="{F92C7447-38DC-422E-83A2-D03FC94642D1}" destId="{8874F826-69B0-4E89-A7C8-73BB1E67EE7B}" srcOrd="0" destOrd="0" presId="urn:microsoft.com/office/officeart/2018/2/layout/IconCircleList"/>
    <dgm:cxn modelId="{75D3269B-7566-4FF3-B612-08503D71F8E5}" type="presOf" srcId="{206CBD4D-2172-41F8-8BE4-AF94B0F8B19F}" destId="{71D0C4AD-25FE-4D94-ABE8-2FEC2F654454}" srcOrd="0" destOrd="0" presId="urn:microsoft.com/office/officeart/2018/2/layout/IconCircleList"/>
    <dgm:cxn modelId="{7E2446D0-3E28-4CC7-960E-85C2F6B83813}" type="presOf" srcId="{C25F43FF-526C-4910-8A60-446C9ED51CD8}" destId="{081E7391-8A47-4F22-BDFA-C8AA22C8BC12}" srcOrd="0" destOrd="0" presId="urn:microsoft.com/office/officeart/2018/2/layout/IconCircleList"/>
    <dgm:cxn modelId="{957CFAD1-1391-44AD-A35F-F185C200C779}" type="presOf" srcId="{0D0DB3B3-FB88-416A-B644-25C12D3C2F4E}" destId="{2E676E60-CD45-43DD-B199-54BFCCC7A149}" srcOrd="0" destOrd="0" presId="urn:microsoft.com/office/officeart/2018/2/layout/IconCircleList"/>
    <dgm:cxn modelId="{DCB73AD3-19BB-4A48-A660-EC8FCA37D687}" type="presOf" srcId="{2A49C1B9-CDE7-4F92-8FEF-A36E29281260}" destId="{6D95DF9B-68AE-4730-922F-154C4B464073}" srcOrd="0" destOrd="0" presId="urn:microsoft.com/office/officeart/2018/2/layout/IconCircleList"/>
    <dgm:cxn modelId="{482BD58E-D424-4D23-ADC0-57136323C7E6}" type="presParOf" srcId="{2C86CE8F-5BFF-4A8B-B086-D2A04DEF8FE3}" destId="{5A2EE8EA-4BB3-41EE-B575-01FA0B42F003}" srcOrd="0" destOrd="0" presId="urn:microsoft.com/office/officeart/2018/2/layout/IconCircleList"/>
    <dgm:cxn modelId="{DA12F26B-A8C7-462E-AF5C-77FE4DA07777}" type="presParOf" srcId="{5A2EE8EA-4BB3-41EE-B575-01FA0B42F003}" destId="{B24251CC-B4AF-45E3-A0B0-DE98EC9C5BBA}" srcOrd="0" destOrd="0" presId="urn:microsoft.com/office/officeart/2018/2/layout/IconCircleList"/>
    <dgm:cxn modelId="{C7982FAB-C762-4BD6-849C-F804ADAE5173}" type="presParOf" srcId="{B24251CC-B4AF-45E3-A0B0-DE98EC9C5BBA}" destId="{F1A26BCC-1A1D-426E-9397-9928CB9A6771}" srcOrd="0" destOrd="0" presId="urn:microsoft.com/office/officeart/2018/2/layout/IconCircleList"/>
    <dgm:cxn modelId="{4190F440-C99B-4278-8BBE-5742C9BE62ED}" type="presParOf" srcId="{B24251CC-B4AF-45E3-A0B0-DE98EC9C5BBA}" destId="{0694912B-AE74-416A-8906-4D87CD133C45}" srcOrd="1" destOrd="0" presId="urn:microsoft.com/office/officeart/2018/2/layout/IconCircleList"/>
    <dgm:cxn modelId="{D52F4145-34BA-4DBB-B95F-329A58B429E4}" type="presParOf" srcId="{B24251CC-B4AF-45E3-A0B0-DE98EC9C5BBA}" destId="{866184A8-BA79-4748-8D2F-C1BE755F0CF6}" srcOrd="2" destOrd="0" presId="urn:microsoft.com/office/officeart/2018/2/layout/IconCircleList"/>
    <dgm:cxn modelId="{0AC86AD0-4897-43D3-A428-D3AE53CCF622}" type="presParOf" srcId="{B24251CC-B4AF-45E3-A0B0-DE98EC9C5BBA}" destId="{2E676E60-CD45-43DD-B199-54BFCCC7A149}" srcOrd="3" destOrd="0" presId="urn:microsoft.com/office/officeart/2018/2/layout/IconCircleList"/>
    <dgm:cxn modelId="{013EA5AE-ACB1-4F98-97E2-7E20F156C822}" type="presParOf" srcId="{5A2EE8EA-4BB3-41EE-B575-01FA0B42F003}" destId="{081E7391-8A47-4F22-BDFA-C8AA22C8BC12}" srcOrd="1" destOrd="0" presId="urn:microsoft.com/office/officeart/2018/2/layout/IconCircleList"/>
    <dgm:cxn modelId="{B45A62D8-84BB-4BE0-9BE1-F732025601E1}" type="presParOf" srcId="{5A2EE8EA-4BB3-41EE-B575-01FA0B42F003}" destId="{A3B95781-652A-45EC-AA6F-C97CB486E012}" srcOrd="2" destOrd="0" presId="urn:microsoft.com/office/officeart/2018/2/layout/IconCircleList"/>
    <dgm:cxn modelId="{0453B0CB-D331-4C56-AAD6-283ADA630C52}" type="presParOf" srcId="{A3B95781-652A-45EC-AA6F-C97CB486E012}" destId="{C4BA0C7F-424E-4ABE-9AFD-7763C081DC9C}" srcOrd="0" destOrd="0" presId="urn:microsoft.com/office/officeart/2018/2/layout/IconCircleList"/>
    <dgm:cxn modelId="{C10978F8-650B-4D0B-B3CE-EEA4D84ED804}" type="presParOf" srcId="{A3B95781-652A-45EC-AA6F-C97CB486E012}" destId="{14045C48-7E16-4416-A840-C78F9E769F89}" srcOrd="1" destOrd="0" presId="urn:microsoft.com/office/officeart/2018/2/layout/IconCircleList"/>
    <dgm:cxn modelId="{CBEE4426-8676-42DD-A975-4322D9A8A495}" type="presParOf" srcId="{A3B95781-652A-45EC-AA6F-C97CB486E012}" destId="{2D6BC5D6-D770-4B96-8E20-178398431275}" srcOrd="2" destOrd="0" presId="urn:microsoft.com/office/officeart/2018/2/layout/IconCircleList"/>
    <dgm:cxn modelId="{2BDBF722-6DDF-4000-A467-CD0B5FFD304F}" type="presParOf" srcId="{A3B95781-652A-45EC-AA6F-C97CB486E012}" destId="{B56881DE-449C-47F5-B86D-6A08AB27F037}" srcOrd="3" destOrd="0" presId="urn:microsoft.com/office/officeart/2018/2/layout/IconCircleList"/>
    <dgm:cxn modelId="{B5E3BA32-13D5-46C4-8305-25DE321543E9}" type="presParOf" srcId="{5A2EE8EA-4BB3-41EE-B575-01FA0B42F003}" destId="{71D0C4AD-25FE-4D94-ABE8-2FEC2F654454}" srcOrd="3" destOrd="0" presId="urn:microsoft.com/office/officeart/2018/2/layout/IconCircleList"/>
    <dgm:cxn modelId="{50B06D9B-F0DF-422A-BC6B-CB30A2579693}" type="presParOf" srcId="{5A2EE8EA-4BB3-41EE-B575-01FA0B42F003}" destId="{FA99663B-B304-4FAC-9DFD-4226C8F65255}" srcOrd="4" destOrd="0" presId="urn:microsoft.com/office/officeart/2018/2/layout/IconCircleList"/>
    <dgm:cxn modelId="{8074E752-8C2B-4B8C-BB5E-98D00BF80AE8}" type="presParOf" srcId="{FA99663B-B304-4FAC-9DFD-4226C8F65255}" destId="{CAFBF81F-23D7-44DA-89D1-2998D7926443}" srcOrd="0" destOrd="0" presId="urn:microsoft.com/office/officeart/2018/2/layout/IconCircleList"/>
    <dgm:cxn modelId="{45A77C5A-A9E4-4F46-9115-FE71C329E210}" type="presParOf" srcId="{FA99663B-B304-4FAC-9DFD-4226C8F65255}" destId="{B3B117AC-3B19-4D1E-90FC-11C9172FB167}" srcOrd="1" destOrd="0" presId="urn:microsoft.com/office/officeart/2018/2/layout/IconCircleList"/>
    <dgm:cxn modelId="{06A187D8-2178-4CA2-A529-3AF6CF18904D}" type="presParOf" srcId="{FA99663B-B304-4FAC-9DFD-4226C8F65255}" destId="{95FD529C-012E-47E4-A768-B9FD2A509627}" srcOrd="2" destOrd="0" presId="urn:microsoft.com/office/officeart/2018/2/layout/IconCircleList"/>
    <dgm:cxn modelId="{AC6A5860-922F-4109-897A-6D738E6A272D}" type="presParOf" srcId="{FA99663B-B304-4FAC-9DFD-4226C8F65255}" destId="{8874F826-69B0-4E89-A7C8-73BB1E67EE7B}" srcOrd="3" destOrd="0" presId="urn:microsoft.com/office/officeart/2018/2/layout/IconCircleList"/>
    <dgm:cxn modelId="{217DB819-FE70-4BF4-90B3-7A5A390E4D99}" type="presParOf" srcId="{5A2EE8EA-4BB3-41EE-B575-01FA0B42F003}" destId="{6D95DF9B-68AE-4730-922F-154C4B464073}" srcOrd="5" destOrd="0" presId="urn:microsoft.com/office/officeart/2018/2/layout/IconCircleList"/>
    <dgm:cxn modelId="{799E2DB9-5BCE-4A4B-A148-5574301C4607}" type="presParOf" srcId="{5A2EE8EA-4BB3-41EE-B575-01FA0B42F003}" destId="{C2CBDE91-5C54-4CD0-BBD2-6AA45DE10B95}" srcOrd="6" destOrd="0" presId="urn:microsoft.com/office/officeart/2018/2/layout/IconCircleList"/>
    <dgm:cxn modelId="{D92C0E39-5C32-4307-8267-2933B253C266}" type="presParOf" srcId="{C2CBDE91-5C54-4CD0-BBD2-6AA45DE10B95}" destId="{87C0B1C8-DC45-404A-A7CE-D222361E1F5A}" srcOrd="0" destOrd="0" presId="urn:microsoft.com/office/officeart/2018/2/layout/IconCircleList"/>
    <dgm:cxn modelId="{A269C0A6-18FB-46A7-9CBE-A348954BB196}" type="presParOf" srcId="{C2CBDE91-5C54-4CD0-BBD2-6AA45DE10B95}" destId="{334282FD-FDB3-4783-92B0-F05BC1A7D81A}" srcOrd="1" destOrd="0" presId="urn:microsoft.com/office/officeart/2018/2/layout/IconCircleList"/>
    <dgm:cxn modelId="{A60803B1-1453-408B-8C07-D529ABBA018E}" type="presParOf" srcId="{C2CBDE91-5C54-4CD0-BBD2-6AA45DE10B95}" destId="{356DE502-3E0D-45A6-A847-36C0363681D2}" srcOrd="2" destOrd="0" presId="urn:microsoft.com/office/officeart/2018/2/layout/IconCircleList"/>
    <dgm:cxn modelId="{75EABCCA-616C-4803-AD9A-77492D441B23}" type="presParOf" srcId="{C2CBDE91-5C54-4CD0-BBD2-6AA45DE10B95}" destId="{D7DE136D-FDCA-4226-8139-F53D303316C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E26F18-8ABF-4DFA-8927-6DBB013420C3}" type="doc">
      <dgm:prSet loTypeId="urn:microsoft.com/office/officeart/2005/8/layout/vList2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A3CB309-261B-4E5D-ACDF-20601FCFB5CB}">
      <dgm:prSet/>
      <dgm:spPr/>
      <dgm:t>
        <a:bodyPr/>
        <a:lstStyle/>
        <a:p>
          <a:r>
            <a:rPr lang="en-US" dirty="0"/>
            <a:t>Centralized identity platform for external users</a:t>
          </a:r>
        </a:p>
      </dgm:t>
    </dgm:pt>
    <dgm:pt modelId="{4F2FB0ED-0770-445A-9D1E-810EEC73E809}" type="parTrans" cxnId="{09F5B4C4-EC16-4E87-9371-B2223B1D45ED}">
      <dgm:prSet/>
      <dgm:spPr/>
      <dgm:t>
        <a:bodyPr/>
        <a:lstStyle/>
        <a:p>
          <a:endParaRPr lang="en-US"/>
        </a:p>
      </dgm:t>
    </dgm:pt>
    <dgm:pt modelId="{C890B73A-109E-4A18-91F9-6334B8996559}" type="sibTrans" cxnId="{09F5B4C4-EC16-4E87-9371-B2223B1D45ED}">
      <dgm:prSet/>
      <dgm:spPr/>
      <dgm:t>
        <a:bodyPr/>
        <a:lstStyle/>
        <a:p>
          <a:endParaRPr lang="en-US"/>
        </a:p>
      </dgm:t>
    </dgm:pt>
    <dgm:pt modelId="{4E250589-5842-498C-AF71-3DC9CF12C066}">
      <dgm:prSet/>
      <dgm:spPr/>
      <dgm:t>
        <a:bodyPr/>
        <a:lstStyle/>
        <a:p>
          <a:r>
            <a:rPr lang="en-IN" dirty="0"/>
            <a:t>Api based Invitation Link and  password reset</a:t>
          </a:r>
          <a:endParaRPr lang="en-US" dirty="0"/>
        </a:p>
      </dgm:t>
    </dgm:pt>
    <dgm:pt modelId="{169EF143-87D5-4C88-9CBA-1FCCAE2833FB}" type="parTrans" cxnId="{037E9BD8-7414-4F0E-9F82-724E01786C27}">
      <dgm:prSet/>
      <dgm:spPr/>
      <dgm:t>
        <a:bodyPr/>
        <a:lstStyle/>
        <a:p>
          <a:endParaRPr lang="en-US"/>
        </a:p>
      </dgm:t>
    </dgm:pt>
    <dgm:pt modelId="{B0D2D747-A0B4-4EAB-BBD6-2F335DAA7D78}" type="sibTrans" cxnId="{037E9BD8-7414-4F0E-9F82-724E01786C27}">
      <dgm:prSet/>
      <dgm:spPr/>
      <dgm:t>
        <a:bodyPr/>
        <a:lstStyle/>
        <a:p>
          <a:endParaRPr lang="en-US"/>
        </a:p>
      </dgm:t>
    </dgm:pt>
    <dgm:pt modelId="{DD9BA8A8-6AA8-4748-8165-EC7FBCFAA2B6}">
      <dgm:prSet/>
      <dgm:spPr/>
      <dgm:t>
        <a:bodyPr/>
        <a:lstStyle/>
        <a:p>
          <a:r>
            <a:rPr lang="en-US" dirty="0"/>
            <a:t>Secure authentication (MFA, OTP, Biometrics)</a:t>
          </a:r>
        </a:p>
      </dgm:t>
    </dgm:pt>
    <dgm:pt modelId="{F3878235-77AB-4B34-9162-3D3344BC27B0}" type="parTrans" cxnId="{6D4DA823-4EA9-44A7-B4C7-4837852EAD8B}">
      <dgm:prSet/>
      <dgm:spPr/>
      <dgm:t>
        <a:bodyPr/>
        <a:lstStyle/>
        <a:p>
          <a:endParaRPr lang="en-US"/>
        </a:p>
      </dgm:t>
    </dgm:pt>
    <dgm:pt modelId="{38190253-4549-4CDC-9D29-7D4EE2DC8819}" type="sibTrans" cxnId="{6D4DA823-4EA9-44A7-B4C7-4837852EAD8B}">
      <dgm:prSet/>
      <dgm:spPr/>
      <dgm:t>
        <a:bodyPr/>
        <a:lstStyle/>
        <a:p>
          <a:endParaRPr lang="en-US"/>
        </a:p>
      </dgm:t>
    </dgm:pt>
    <dgm:pt modelId="{AC643806-D597-48DA-BAC9-6B64A51F712D}">
      <dgm:prSet/>
      <dgm:spPr/>
      <dgm:t>
        <a:bodyPr/>
        <a:lstStyle/>
        <a:p>
          <a:r>
            <a:rPr lang="en-IN"/>
            <a:t>Consent &amp; privacy management</a:t>
          </a:r>
          <a:endParaRPr lang="en-US"/>
        </a:p>
      </dgm:t>
    </dgm:pt>
    <dgm:pt modelId="{B1F56042-2899-4C4D-ADFE-57A5BAF46005}" type="parTrans" cxnId="{0911D215-2274-48AD-8E51-83B672AA8F77}">
      <dgm:prSet/>
      <dgm:spPr/>
      <dgm:t>
        <a:bodyPr/>
        <a:lstStyle/>
        <a:p>
          <a:endParaRPr lang="en-US"/>
        </a:p>
      </dgm:t>
    </dgm:pt>
    <dgm:pt modelId="{02C20BD2-18B3-4A92-9C04-FEE778264EA9}" type="sibTrans" cxnId="{0911D215-2274-48AD-8E51-83B672AA8F77}">
      <dgm:prSet/>
      <dgm:spPr/>
      <dgm:t>
        <a:bodyPr/>
        <a:lstStyle/>
        <a:p>
          <a:endParaRPr lang="en-US"/>
        </a:p>
      </dgm:t>
    </dgm:pt>
    <dgm:pt modelId="{35738932-9CAC-48E2-852E-579D4261E52B}">
      <dgm:prSet/>
      <dgm:spPr/>
      <dgm:t>
        <a:bodyPr/>
        <a:lstStyle/>
        <a:p>
          <a:r>
            <a:rPr lang="en-US" dirty="0"/>
            <a:t>User &amp; Device management</a:t>
          </a:r>
        </a:p>
      </dgm:t>
    </dgm:pt>
    <dgm:pt modelId="{EF2F9B44-3EC0-4349-80E0-1BEAC562F0C9}" type="parTrans" cxnId="{44A1D1A9-D598-4ACF-9223-DF813259525A}">
      <dgm:prSet/>
      <dgm:spPr/>
      <dgm:t>
        <a:bodyPr/>
        <a:lstStyle/>
        <a:p>
          <a:endParaRPr lang="en-US"/>
        </a:p>
      </dgm:t>
    </dgm:pt>
    <dgm:pt modelId="{C65E09DF-068D-4A18-9EEE-020B191045E1}" type="sibTrans" cxnId="{44A1D1A9-D598-4ACF-9223-DF813259525A}">
      <dgm:prSet/>
      <dgm:spPr/>
      <dgm:t>
        <a:bodyPr/>
        <a:lstStyle/>
        <a:p>
          <a:endParaRPr lang="en-US"/>
        </a:p>
      </dgm:t>
    </dgm:pt>
    <dgm:pt modelId="{6BCB7789-5DFC-426D-AD27-5B6F67DF1D14}">
      <dgm:prSet/>
      <dgm:spPr/>
      <dgm:t>
        <a:bodyPr/>
        <a:lstStyle/>
        <a:p>
          <a:r>
            <a:rPr lang="en-US" dirty="0"/>
            <a:t>Scalable to thousands of users</a:t>
          </a:r>
        </a:p>
      </dgm:t>
    </dgm:pt>
    <dgm:pt modelId="{E165AB9F-7108-4796-938D-C4CAE6243EF2}" type="parTrans" cxnId="{58190C5D-6D91-4FD8-8AF5-FB70930C13CD}">
      <dgm:prSet/>
      <dgm:spPr/>
      <dgm:t>
        <a:bodyPr/>
        <a:lstStyle/>
        <a:p>
          <a:endParaRPr lang="en-IN"/>
        </a:p>
      </dgm:t>
    </dgm:pt>
    <dgm:pt modelId="{67EFD89A-410B-460C-B4E4-CCA89DC567DF}" type="sibTrans" cxnId="{58190C5D-6D91-4FD8-8AF5-FB70930C13CD}">
      <dgm:prSet/>
      <dgm:spPr/>
      <dgm:t>
        <a:bodyPr/>
        <a:lstStyle/>
        <a:p>
          <a:endParaRPr lang="en-IN"/>
        </a:p>
      </dgm:t>
    </dgm:pt>
    <dgm:pt modelId="{2873B38E-33F5-7442-8B6C-252EB62FBF37}">
      <dgm:prSet/>
      <dgm:spPr/>
      <dgm:t>
        <a:bodyPr/>
        <a:lstStyle/>
        <a:p>
          <a:r>
            <a:rPr lang="en-US" dirty="0"/>
            <a:t>Access Management through RBAC,ABAC policy</a:t>
          </a:r>
        </a:p>
      </dgm:t>
    </dgm:pt>
    <dgm:pt modelId="{F4574063-1F1F-9A49-A984-0D3D2ED9305B}" type="sibTrans" cxnId="{248E173F-7517-CA4F-8D90-8EDA13BCBAEC}">
      <dgm:prSet/>
      <dgm:spPr/>
      <dgm:t>
        <a:bodyPr/>
        <a:lstStyle/>
        <a:p>
          <a:endParaRPr lang="en-US"/>
        </a:p>
      </dgm:t>
    </dgm:pt>
    <dgm:pt modelId="{DE2B75AA-8FEA-1740-9457-17E24D40F7B4}" type="parTrans" cxnId="{248E173F-7517-CA4F-8D90-8EDA13BCBAEC}">
      <dgm:prSet/>
      <dgm:spPr/>
      <dgm:t>
        <a:bodyPr/>
        <a:lstStyle/>
        <a:p>
          <a:endParaRPr lang="en-US"/>
        </a:p>
      </dgm:t>
    </dgm:pt>
    <dgm:pt modelId="{CC310E74-16CE-42C7-849F-7B5E1A143C7F}" type="pres">
      <dgm:prSet presAssocID="{D9E26F18-8ABF-4DFA-8927-6DBB013420C3}" presName="linear" presStyleCnt="0">
        <dgm:presLayoutVars>
          <dgm:animLvl val="lvl"/>
          <dgm:resizeHandles val="exact"/>
        </dgm:presLayoutVars>
      </dgm:prSet>
      <dgm:spPr/>
    </dgm:pt>
    <dgm:pt modelId="{26940463-9392-4170-9FEE-60994E5C36FE}" type="pres">
      <dgm:prSet presAssocID="{3A3CB309-261B-4E5D-ACDF-20601FCFB5C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235501C-157A-4EF8-94CC-D969F8131003}" type="pres">
      <dgm:prSet presAssocID="{C890B73A-109E-4A18-91F9-6334B8996559}" presName="spacer" presStyleCnt="0"/>
      <dgm:spPr/>
    </dgm:pt>
    <dgm:pt modelId="{D52DF311-07CF-409D-B919-615A67DFE492}" type="pres">
      <dgm:prSet presAssocID="{4E250589-5842-498C-AF71-3DC9CF12C066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5DE1493F-A81C-4073-B5CF-F8284922C5E6}" type="pres">
      <dgm:prSet presAssocID="{B0D2D747-A0B4-4EAB-BBD6-2F335DAA7D78}" presName="spacer" presStyleCnt="0"/>
      <dgm:spPr/>
    </dgm:pt>
    <dgm:pt modelId="{A4A6C2B3-3C36-449F-9F34-A98B34D3F84F}" type="pres">
      <dgm:prSet presAssocID="{DD9BA8A8-6AA8-4748-8165-EC7FBCFAA2B6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0BEF41A-1E30-4047-AA63-1F449CE6C476}" type="pres">
      <dgm:prSet presAssocID="{38190253-4549-4CDC-9D29-7D4EE2DC8819}" presName="spacer" presStyleCnt="0"/>
      <dgm:spPr/>
    </dgm:pt>
    <dgm:pt modelId="{63AA701E-7983-451F-9EDE-926F0CAFD034}" type="pres">
      <dgm:prSet presAssocID="{AC643806-D597-48DA-BAC9-6B64A51F712D}" presName="parentText" presStyleLbl="node1" presStyleIdx="3" presStyleCnt="7" custLinFactY="100000" custLinFactNeighborY="132137">
        <dgm:presLayoutVars>
          <dgm:chMax val="0"/>
          <dgm:bulletEnabled val="1"/>
        </dgm:presLayoutVars>
      </dgm:prSet>
      <dgm:spPr/>
    </dgm:pt>
    <dgm:pt modelId="{3164C8E1-A7A0-4FF6-B8C8-86C1880C2503}" type="pres">
      <dgm:prSet presAssocID="{02C20BD2-18B3-4A92-9C04-FEE778264EA9}" presName="spacer" presStyleCnt="0"/>
      <dgm:spPr/>
    </dgm:pt>
    <dgm:pt modelId="{2C0515BE-A1A8-468E-B3C5-17C4095956F4}" type="pres">
      <dgm:prSet presAssocID="{35738932-9CAC-48E2-852E-579D4261E52B}" presName="parentText" presStyleLbl="node1" presStyleIdx="4" presStyleCnt="7" custLinFactY="100000" custLinFactNeighborY="129132">
        <dgm:presLayoutVars>
          <dgm:chMax val="0"/>
          <dgm:bulletEnabled val="1"/>
        </dgm:presLayoutVars>
      </dgm:prSet>
      <dgm:spPr/>
    </dgm:pt>
    <dgm:pt modelId="{7DA1B114-3241-453D-9BC0-B23DAE9E53AC}" type="pres">
      <dgm:prSet presAssocID="{C65E09DF-068D-4A18-9EEE-020B191045E1}" presName="spacer" presStyleCnt="0"/>
      <dgm:spPr/>
    </dgm:pt>
    <dgm:pt modelId="{94D4DF99-4731-439C-BF31-6DB2337DFC5A}" type="pres">
      <dgm:prSet presAssocID="{6BCB7789-5DFC-426D-AD27-5B6F67DF1D14}" presName="parentText" presStyleLbl="node1" presStyleIdx="5" presStyleCnt="7" custLinFactY="100000" custLinFactNeighborY="123750">
        <dgm:presLayoutVars>
          <dgm:chMax val="0"/>
          <dgm:bulletEnabled val="1"/>
        </dgm:presLayoutVars>
      </dgm:prSet>
      <dgm:spPr/>
    </dgm:pt>
    <dgm:pt modelId="{777A8AEC-F743-6B4B-B7AD-917E6FD2E9C8}" type="pres">
      <dgm:prSet presAssocID="{67EFD89A-410B-460C-B4E4-CCA89DC567DF}" presName="spacer" presStyleCnt="0"/>
      <dgm:spPr/>
    </dgm:pt>
    <dgm:pt modelId="{5AB02C80-CEDB-3249-84E8-BC20D440E546}" type="pres">
      <dgm:prSet presAssocID="{2873B38E-33F5-7442-8B6C-252EB62FBF37}" presName="parentText" presStyleLbl="node1" presStyleIdx="6" presStyleCnt="7" custLinFactY="-293758" custLinFactNeighborY="-300000">
        <dgm:presLayoutVars>
          <dgm:chMax val="0"/>
          <dgm:bulletEnabled val="1"/>
        </dgm:presLayoutVars>
      </dgm:prSet>
      <dgm:spPr/>
    </dgm:pt>
  </dgm:ptLst>
  <dgm:cxnLst>
    <dgm:cxn modelId="{1BE3D610-556C-454B-A57A-DDDBCC03C4C0}" type="presOf" srcId="{3A3CB309-261B-4E5D-ACDF-20601FCFB5CB}" destId="{26940463-9392-4170-9FEE-60994E5C36FE}" srcOrd="0" destOrd="0" presId="urn:microsoft.com/office/officeart/2005/8/layout/vList2"/>
    <dgm:cxn modelId="{0911D215-2274-48AD-8E51-83B672AA8F77}" srcId="{D9E26F18-8ABF-4DFA-8927-6DBB013420C3}" destId="{AC643806-D597-48DA-BAC9-6B64A51F712D}" srcOrd="3" destOrd="0" parTransId="{B1F56042-2899-4C4D-ADFE-57A5BAF46005}" sibTransId="{02C20BD2-18B3-4A92-9C04-FEE778264EA9}"/>
    <dgm:cxn modelId="{6D4DA823-4EA9-44A7-B4C7-4837852EAD8B}" srcId="{D9E26F18-8ABF-4DFA-8927-6DBB013420C3}" destId="{DD9BA8A8-6AA8-4748-8165-EC7FBCFAA2B6}" srcOrd="2" destOrd="0" parTransId="{F3878235-77AB-4B34-9162-3D3344BC27B0}" sibTransId="{38190253-4549-4CDC-9D29-7D4EE2DC8819}"/>
    <dgm:cxn modelId="{248E173F-7517-CA4F-8D90-8EDA13BCBAEC}" srcId="{D9E26F18-8ABF-4DFA-8927-6DBB013420C3}" destId="{2873B38E-33F5-7442-8B6C-252EB62FBF37}" srcOrd="6" destOrd="0" parTransId="{DE2B75AA-8FEA-1740-9457-17E24D40F7B4}" sibTransId="{F4574063-1F1F-9A49-A984-0D3D2ED9305B}"/>
    <dgm:cxn modelId="{DDAC3144-D6B5-4065-A18B-3903A715D59E}" type="presOf" srcId="{DD9BA8A8-6AA8-4748-8165-EC7FBCFAA2B6}" destId="{A4A6C2B3-3C36-449F-9F34-A98B34D3F84F}" srcOrd="0" destOrd="0" presId="urn:microsoft.com/office/officeart/2005/8/layout/vList2"/>
    <dgm:cxn modelId="{D480395C-1D11-4B2C-B3AD-97A28EB6B432}" type="presOf" srcId="{AC643806-D597-48DA-BAC9-6B64A51F712D}" destId="{63AA701E-7983-451F-9EDE-926F0CAFD034}" srcOrd="0" destOrd="0" presId="urn:microsoft.com/office/officeart/2005/8/layout/vList2"/>
    <dgm:cxn modelId="{58190C5D-6D91-4FD8-8AF5-FB70930C13CD}" srcId="{D9E26F18-8ABF-4DFA-8927-6DBB013420C3}" destId="{6BCB7789-5DFC-426D-AD27-5B6F67DF1D14}" srcOrd="5" destOrd="0" parTransId="{E165AB9F-7108-4796-938D-C4CAE6243EF2}" sibTransId="{67EFD89A-410B-460C-B4E4-CCA89DC567DF}"/>
    <dgm:cxn modelId="{44A1D1A9-D598-4ACF-9223-DF813259525A}" srcId="{D9E26F18-8ABF-4DFA-8927-6DBB013420C3}" destId="{35738932-9CAC-48E2-852E-579D4261E52B}" srcOrd="4" destOrd="0" parTransId="{EF2F9B44-3EC0-4349-80E0-1BEAC562F0C9}" sibTransId="{C65E09DF-068D-4A18-9EEE-020B191045E1}"/>
    <dgm:cxn modelId="{525421B1-877C-447D-9775-E7DB5A75262D}" type="presOf" srcId="{4E250589-5842-498C-AF71-3DC9CF12C066}" destId="{D52DF311-07CF-409D-B919-615A67DFE492}" srcOrd="0" destOrd="0" presId="urn:microsoft.com/office/officeart/2005/8/layout/vList2"/>
    <dgm:cxn modelId="{B880D7B1-84E3-41E7-A524-C791E0692FFC}" type="presOf" srcId="{35738932-9CAC-48E2-852E-579D4261E52B}" destId="{2C0515BE-A1A8-468E-B3C5-17C4095956F4}" srcOrd="0" destOrd="0" presId="urn:microsoft.com/office/officeart/2005/8/layout/vList2"/>
    <dgm:cxn modelId="{B33CB9B8-021C-40C4-8A30-0209BDC56A8C}" type="presOf" srcId="{D9E26F18-8ABF-4DFA-8927-6DBB013420C3}" destId="{CC310E74-16CE-42C7-849F-7B5E1A143C7F}" srcOrd="0" destOrd="0" presId="urn:microsoft.com/office/officeart/2005/8/layout/vList2"/>
    <dgm:cxn modelId="{09F5B4C4-EC16-4E87-9371-B2223B1D45ED}" srcId="{D9E26F18-8ABF-4DFA-8927-6DBB013420C3}" destId="{3A3CB309-261B-4E5D-ACDF-20601FCFB5CB}" srcOrd="0" destOrd="0" parTransId="{4F2FB0ED-0770-445A-9D1E-810EEC73E809}" sibTransId="{C890B73A-109E-4A18-91F9-6334B8996559}"/>
    <dgm:cxn modelId="{037E9BD8-7414-4F0E-9F82-724E01786C27}" srcId="{D9E26F18-8ABF-4DFA-8927-6DBB013420C3}" destId="{4E250589-5842-498C-AF71-3DC9CF12C066}" srcOrd="1" destOrd="0" parTransId="{169EF143-87D5-4C88-9CBA-1FCCAE2833FB}" sibTransId="{B0D2D747-A0B4-4EAB-BBD6-2F335DAA7D78}"/>
    <dgm:cxn modelId="{C6038BFF-4F33-1342-BC1E-287463617C3E}" type="presOf" srcId="{2873B38E-33F5-7442-8B6C-252EB62FBF37}" destId="{5AB02C80-CEDB-3249-84E8-BC20D440E546}" srcOrd="0" destOrd="0" presId="urn:microsoft.com/office/officeart/2005/8/layout/vList2"/>
    <dgm:cxn modelId="{1211BAFF-FFC9-405A-B08F-915F7AE2637A}" type="presOf" srcId="{6BCB7789-5DFC-426D-AD27-5B6F67DF1D14}" destId="{94D4DF99-4731-439C-BF31-6DB2337DFC5A}" srcOrd="0" destOrd="0" presId="urn:microsoft.com/office/officeart/2005/8/layout/vList2"/>
    <dgm:cxn modelId="{90ACF362-21C6-48AD-B6AA-B6E914174F5D}" type="presParOf" srcId="{CC310E74-16CE-42C7-849F-7B5E1A143C7F}" destId="{26940463-9392-4170-9FEE-60994E5C36FE}" srcOrd="0" destOrd="0" presId="urn:microsoft.com/office/officeart/2005/8/layout/vList2"/>
    <dgm:cxn modelId="{D1191308-E10F-44AD-9D80-167CDC3F9AE5}" type="presParOf" srcId="{CC310E74-16CE-42C7-849F-7B5E1A143C7F}" destId="{3235501C-157A-4EF8-94CC-D969F8131003}" srcOrd="1" destOrd="0" presId="urn:microsoft.com/office/officeart/2005/8/layout/vList2"/>
    <dgm:cxn modelId="{867D5270-FA73-441D-A668-86F8980C8A36}" type="presParOf" srcId="{CC310E74-16CE-42C7-849F-7B5E1A143C7F}" destId="{D52DF311-07CF-409D-B919-615A67DFE492}" srcOrd="2" destOrd="0" presId="urn:microsoft.com/office/officeart/2005/8/layout/vList2"/>
    <dgm:cxn modelId="{A2090AA8-F412-4C21-A87D-97AA43477AED}" type="presParOf" srcId="{CC310E74-16CE-42C7-849F-7B5E1A143C7F}" destId="{5DE1493F-A81C-4073-B5CF-F8284922C5E6}" srcOrd="3" destOrd="0" presId="urn:microsoft.com/office/officeart/2005/8/layout/vList2"/>
    <dgm:cxn modelId="{4086EB6C-C88E-43B2-82C1-3149E951AD6B}" type="presParOf" srcId="{CC310E74-16CE-42C7-849F-7B5E1A143C7F}" destId="{A4A6C2B3-3C36-449F-9F34-A98B34D3F84F}" srcOrd="4" destOrd="0" presId="urn:microsoft.com/office/officeart/2005/8/layout/vList2"/>
    <dgm:cxn modelId="{B8C04CD1-8463-40DF-9E0B-BE21B48B7A78}" type="presParOf" srcId="{CC310E74-16CE-42C7-849F-7B5E1A143C7F}" destId="{60BEF41A-1E30-4047-AA63-1F449CE6C476}" srcOrd="5" destOrd="0" presId="urn:microsoft.com/office/officeart/2005/8/layout/vList2"/>
    <dgm:cxn modelId="{C01F80BF-9C6B-4ABF-B93A-7FA848583AF8}" type="presParOf" srcId="{CC310E74-16CE-42C7-849F-7B5E1A143C7F}" destId="{63AA701E-7983-451F-9EDE-926F0CAFD034}" srcOrd="6" destOrd="0" presId="urn:microsoft.com/office/officeart/2005/8/layout/vList2"/>
    <dgm:cxn modelId="{ACC6B9A4-0D95-4CF4-A75F-2AABE8C04BBE}" type="presParOf" srcId="{CC310E74-16CE-42C7-849F-7B5E1A143C7F}" destId="{3164C8E1-A7A0-4FF6-B8C8-86C1880C2503}" srcOrd="7" destOrd="0" presId="urn:microsoft.com/office/officeart/2005/8/layout/vList2"/>
    <dgm:cxn modelId="{13956D58-E558-47E2-B8ED-CF079EFEE24B}" type="presParOf" srcId="{CC310E74-16CE-42C7-849F-7B5E1A143C7F}" destId="{2C0515BE-A1A8-468E-B3C5-17C4095956F4}" srcOrd="8" destOrd="0" presId="urn:microsoft.com/office/officeart/2005/8/layout/vList2"/>
    <dgm:cxn modelId="{BF94055A-9179-4469-84AA-14C230FA9DD7}" type="presParOf" srcId="{CC310E74-16CE-42C7-849F-7B5E1A143C7F}" destId="{7DA1B114-3241-453D-9BC0-B23DAE9E53AC}" srcOrd="9" destOrd="0" presId="urn:microsoft.com/office/officeart/2005/8/layout/vList2"/>
    <dgm:cxn modelId="{662F4660-CA8B-4FC4-A97C-E3C6A0BF5003}" type="presParOf" srcId="{CC310E74-16CE-42C7-849F-7B5E1A143C7F}" destId="{94D4DF99-4731-439C-BF31-6DB2337DFC5A}" srcOrd="10" destOrd="0" presId="urn:microsoft.com/office/officeart/2005/8/layout/vList2"/>
    <dgm:cxn modelId="{62BABB72-931E-8F46-81E8-0D7985B764AB}" type="presParOf" srcId="{CC310E74-16CE-42C7-849F-7B5E1A143C7F}" destId="{777A8AEC-F743-6B4B-B7AD-917E6FD2E9C8}" srcOrd="11" destOrd="0" presId="urn:microsoft.com/office/officeart/2005/8/layout/vList2"/>
    <dgm:cxn modelId="{148CA838-D6CA-0E4D-A0BA-F861A9ACFA02}" type="presParOf" srcId="{CC310E74-16CE-42C7-849F-7B5E1A143C7F}" destId="{5AB02C80-CEDB-3249-84E8-BC20D440E54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BE8F3E-6ABC-4E00-ADFA-84934C2C099F}">
      <dsp:nvSpPr>
        <dsp:cNvPr id="0" name=""/>
        <dsp:cNvSpPr/>
      </dsp:nvSpPr>
      <dsp:spPr>
        <a:xfrm>
          <a:off x="4040" y="126662"/>
          <a:ext cx="2415612" cy="966245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Secure, Scalable, and Seamless Access for All Users</a:t>
          </a:r>
        </a:p>
      </dsp:txBody>
      <dsp:txXfrm>
        <a:off x="487163" y="126662"/>
        <a:ext cx="1449367" cy="966245"/>
      </dsp:txXfrm>
    </dsp:sp>
    <dsp:sp modelId="{5B427450-7A87-4E15-9BAC-71EE5B3FCCCE}">
      <dsp:nvSpPr>
        <dsp:cNvPr id="0" name=""/>
        <dsp:cNvSpPr/>
      </dsp:nvSpPr>
      <dsp:spPr>
        <a:xfrm>
          <a:off x="2178092" y="126662"/>
          <a:ext cx="2415612" cy="966245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Presented By : CIAM Team</a:t>
          </a:r>
          <a:br>
            <a:rPr lang="en-US" sz="1400" kern="1200" dirty="0"/>
          </a:br>
          <a:r>
            <a:rPr lang="en-US" sz="1400" kern="1200" dirty="0"/>
            <a:t>Date : 23 July 2025</a:t>
          </a:r>
        </a:p>
      </dsp:txBody>
      <dsp:txXfrm>
        <a:off x="2661215" y="126662"/>
        <a:ext cx="1449367" cy="9662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A26BCC-1A1D-426E-9397-9928CB9A6771}">
      <dsp:nvSpPr>
        <dsp:cNvPr id="0" name=""/>
        <dsp:cNvSpPr/>
      </dsp:nvSpPr>
      <dsp:spPr>
        <a:xfrm>
          <a:off x="131616" y="132575"/>
          <a:ext cx="1294253" cy="129425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94912B-AE74-416A-8906-4D87CD133C45}">
      <dsp:nvSpPr>
        <dsp:cNvPr id="0" name=""/>
        <dsp:cNvSpPr/>
      </dsp:nvSpPr>
      <dsp:spPr>
        <a:xfrm>
          <a:off x="403410" y="404369"/>
          <a:ext cx="750667" cy="7506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676E60-CD45-43DD-B199-54BFCCC7A149}">
      <dsp:nvSpPr>
        <dsp:cNvPr id="0" name=""/>
        <dsp:cNvSpPr/>
      </dsp:nvSpPr>
      <dsp:spPr>
        <a:xfrm>
          <a:off x="1703210" y="132575"/>
          <a:ext cx="3050741" cy="1294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What is CIAM?</a:t>
          </a:r>
        </a:p>
      </dsp:txBody>
      <dsp:txXfrm>
        <a:off x="1703210" y="132575"/>
        <a:ext cx="3050741" cy="1294253"/>
      </dsp:txXfrm>
    </dsp:sp>
    <dsp:sp modelId="{C4BA0C7F-424E-4ABE-9AFD-7763C081DC9C}">
      <dsp:nvSpPr>
        <dsp:cNvPr id="0" name=""/>
        <dsp:cNvSpPr/>
      </dsp:nvSpPr>
      <dsp:spPr>
        <a:xfrm>
          <a:off x="5285520" y="132575"/>
          <a:ext cx="1294253" cy="129425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045C48-7E16-4416-A840-C78F9E769F89}">
      <dsp:nvSpPr>
        <dsp:cNvPr id="0" name=""/>
        <dsp:cNvSpPr/>
      </dsp:nvSpPr>
      <dsp:spPr>
        <a:xfrm>
          <a:off x="5557313" y="404369"/>
          <a:ext cx="750667" cy="7506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6881DE-449C-47F5-B86D-6A08AB27F037}">
      <dsp:nvSpPr>
        <dsp:cNvPr id="0" name=""/>
        <dsp:cNvSpPr/>
      </dsp:nvSpPr>
      <dsp:spPr>
        <a:xfrm>
          <a:off x="6857114" y="132575"/>
          <a:ext cx="3050741" cy="1294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 explain how CIAM with SSO will be integrated with internal and external applications.</a:t>
          </a:r>
        </a:p>
      </dsp:txBody>
      <dsp:txXfrm>
        <a:off x="6857114" y="132575"/>
        <a:ext cx="3050741" cy="1294253"/>
      </dsp:txXfrm>
    </dsp:sp>
    <dsp:sp modelId="{CAFBF81F-23D7-44DA-89D1-2998D7926443}">
      <dsp:nvSpPr>
        <dsp:cNvPr id="0" name=""/>
        <dsp:cNvSpPr/>
      </dsp:nvSpPr>
      <dsp:spPr>
        <a:xfrm>
          <a:off x="131616" y="2011314"/>
          <a:ext cx="1294253" cy="129425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B117AC-3B19-4D1E-90FC-11C9172FB167}">
      <dsp:nvSpPr>
        <dsp:cNvPr id="0" name=""/>
        <dsp:cNvSpPr/>
      </dsp:nvSpPr>
      <dsp:spPr>
        <a:xfrm>
          <a:off x="403410" y="2283107"/>
          <a:ext cx="750667" cy="7506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74F826-69B0-4E89-A7C8-73BB1E67EE7B}">
      <dsp:nvSpPr>
        <dsp:cNvPr id="0" name=""/>
        <dsp:cNvSpPr/>
      </dsp:nvSpPr>
      <dsp:spPr>
        <a:xfrm>
          <a:off x="1703210" y="2011314"/>
          <a:ext cx="3050741" cy="1294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 showcase the authentication flows and supported protocols.</a:t>
          </a:r>
        </a:p>
      </dsp:txBody>
      <dsp:txXfrm>
        <a:off x="1703210" y="2011314"/>
        <a:ext cx="3050741" cy="1294253"/>
      </dsp:txXfrm>
    </dsp:sp>
    <dsp:sp modelId="{87C0B1C8-DC45-404A-A7CE-D222361E1F5A}">
      <dsp:nvSpPr>
        <dsp:cNvPr id="0" name=""/>
        <dsp:cNvSpPr/>
      </dsp:nvSpPr>
      <dsp:spPr>
        <a:xfrm>
          <a:off x="5285520" y="2011314"/>
          <a:ext cx="1294253" cy="129425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4282FD-FDB3-4783-92B0-F05BC1A7D81A}">
      <dsp:nvSpPr>
        <dsp:cNvPr id="0" name=""/>
        <dsp:cNvSpPr/>
      </dsp:nvSpPr>
      <dsp:spPr>
        <a:xfrm>
          <a:off x="5557313" y="2283107"/>
          <a:ext cx="750667" cy="7506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DE136D-FDCA-4226-8139-F53D303316C7}">
      <dsp:nvSpPr>
        <dsp:cNvPr id="0" name=""/>
        <dsp:cNvSpPr/>
      </dsp:nvSpPr>
      <dsp:spPr>
        <a:xfrm>
          <a:off x="6857114" y="2011314"/>
          <a:ext cx="3050741" cy="1294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 define roles, responsibilities, and benefits.</a:t>
          </a:r>
        </a:p>
      </dsp:txBody>
      <dsp:txXfrm>
        <a:off x="6857114" y="2011314"/>
        <a:ext cx="3050741" cy="12942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940463-9392-4170-9FEE-60994E5C36FE}">
      <dsp:nvSpPr>
        <dsp:cNvPr id="0" name=""/>
        <dsp:cNvSpPr/>
      </dsp:nvSpPr>
      <dsp:spPr>
        <a:xfrm>
          <a:off x="0" y="661407"/>
          <a:ext cx="4544762" cy="3931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Centralized identity platform for external users</a:t>
          </a:r>
        </a:p>
      </dsp:txBody>
      <dsp:txXfrm>
        <a:off x="19191" y="680598"/>
        <a:ext cx="4506380" cy="354738"/>
      </dsp:txXfrm>
    </dsp:sp>
    <dsp:sp modelId="{D52DF311-07CF-409D-B919-615A67DFE492}">
      <dsp:nvSpPr>
        <dsp:cNvPr id="0" name=""/>
        <dsp:cNvSpPr/>
      </dsp:nvSpPr>
      <dsp:spPr>
        <a:xfrm>
          <a:off x="0" y="1100607"/>
          <a:ext cx="4544762" cy="3931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Api based Invitation Link and  password reset</a:t>
          </a:r>
          <a:endParaRPr lang="en-US" sz="1600" kern="1200" dirty="0"/>
        </a:p>
      </dsp:txBody>
      <dsp:txXfrm>
        <a:off x="19191" y="1119798"/>
        <a:ext cx="4506380" cy="354738"/>
      </dsp:txXfrm>
    </dsp:sp>
    <dsp:sp modelId="{A4A6C2B3-3C36-449F-9F34-A98B34D3F84F}">
      <dsp:nvSpPr>
        <dsp:cNvPr id="0" name=""/>
        <dsp:cNvSpPr/>
      </dsp:nvSpPr>
      <dsp:spPr>
        <a:xfrm>
          <a:off x="0" y="1539807"/>
          <a:ext cx="4544762" cy="3931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Secure authentication (MFA, OTP, Biometrics)</a:t>
          </a:r>
        </a:p>
      </dsp:txBody>
      <dsp:txXfrm>
        <a:off x="19191" y="1558998"/>
        <a:ext cx="4506380" cy="354738"/>
      </dsp:txXfrm>
    </dsp:sp>
    <dsp:sp modelId="{63AA701E-7983-451F-9EDE-926F0CAFD034}">
      <dsp:nvSpPr>
        <dsp:cNvPr id="0" name=""/>
        <dsp:cNvSpPr/>
      </dsp:nvSpPr>
      <dsp:spPr>
        <a:xfrm>
          <a:off x="0" y="2433016"/>
          <a:ext cx="4544762" cy="3931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Consent &amp; privacy management</a:t>
          </a:r>
          <a:endParaRPr lang="en-US" sz="1600" kern="1200"/>
        </a:p>
      </dsp:txBody>
      <dsp:txXfrm>
        <a:off x="19191" y="2452207"/>
        <a:ext cx="4506380" cy="354738"/>
      </dsp:txXfrm>
    </dsp:sp>
    <dsp:sp modelId="{2C0515BE-A1A8-468E-B3C5-17C4095956F4}">
      <dsp:nvSpPr>
        <dsp:cNvPr id="0" name=""/>
        <dsp:cNvSpPr/>
      </dsp:nvSpPr>
      <dsp:spPr>
        <a:xfrm>
          <a:off x="0" y="2870832"/>
          <a:ext cx="4544762" cy="3931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User &amp; Device management</a:t>
          </a:r>
        </a:p>
      </dsp:txBody>
      <dsp:txXfrm>
        <a:off x="19191" y="2890023"/>
        <a:ext cx="4506380" cy="354738"/>
      </dsp:txXfrm>
    </dsp:sp>
    <dsp:sp modelId="{94D4DF99-4731-439C-BF31-6DB2337DFC5A}">
      <dsp:nvSpPr>
        <dsp:cNvPr id="0" name=""/>
        <dsp:cNvSpPr/>
      </dsp:nvSpPr>
      <dsp:spPr>
        <a:xfrm>
          <a:off x="0" y="3307552"/>
          <a:ext cx="4544762" cy="3931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Scalable to thousands of users</a:t>
          </a:r>
        </a:p>
      </dsp:txBody>
      <dsp:txXfrm>
        <a:off x="19191" y="3326743"/>
        <a:ext cx="4506380" cy="354738"/>
      </dsp:txXfrm>
    </dsp:sp>
    <dsp:sp modelId="{5AB02C80-CEDB-3249-84E8-BC20D440E546}">
      <dsp:nvSpPr>
        <dsp:cNvPr id="0" name=""/>
        <dsp:cNvSpPr/>
      </dsp:nvSpPr>
      <dsp:spPr>
        <a:xfrm>
          <a:off x="0" y="2003546"/>
          <a:ext cx="4544762" cy="3931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Access Management through RBAC,ABAC policy</a:t>
          </a:r>
        </a:p>
      </dsp:txBody>
      <dsp:txXfrm>
        <a:off x="19191" y="2022737"/>
        <a:ext cx="4506380" cy="3547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DE7A9-1A49-6066-C98A-B095CB45D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87C82-5623-00E9-DEA8-A58574771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5188F-E866-A954-8E9F-E02589358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1321E-EE07-4581-912B-50FDBD7C3230}" type="datetimeFigureOut">
              <a:rPr lang="en-IN" smtClean="0"/>
              <a:t>05/08/25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2490A-88C9-9CBE-ACB1-727ED455E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9D8F7-656A-201D-924D-DF0AB9D2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8E91-5A7E-4548-B106-807805E48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78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4DBFB-D301-6911-386E-19AF1908E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DD155-774C-C7A8-0300-0D429A6CB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779FD-44B6-378F-91D3-78D6F635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1321E-EE07-4581-912B-50FDBD7C3230}" type="datetimeFigureOut">
              <a:rPr lang="en-IN" smtClean="0"/>
              <a:t>05/08/25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C3B37-F1F4-4C93-F245-CBEECED49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18AF7-08AF-CE14-4F7C-F8C93458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8E91-5A7E-4548-B106-807805E48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2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3148E-816D-E441-5EA5-D0C67F417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C1E8B-940A-13AD-B690-DCC76AE92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AE440-68F7-4922-06FA-75B00CD0D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1321E-EE07-4581-912B-50FDBD7C3230}" type="datetimeFigureOut">
              <a:rPr lang="en-IN" smtClean="0"/>
              <a:t>05/08/25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A41F8-1F6D-85EB-1BC9-3AD507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1466D-CDA3-E549-DBE9-3DCD39ED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8E91-5A7E-4548-B106-807805E48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671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D22E-E681-976A-4E49-D091A598B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040CA-71D4-17A7-B1A0-9808A71040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17299-3DF7-B7DE-0019-747F5626B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EECA7-7BD1-45CC-6D52-4146AC4C8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1321E-EE07-4581-912B-50FDBD7C3230}" type="datetimeFigureOut">
              <a:rPr lang="en-IN" smtClean="0"/>
              <a:t>05/08/25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CC318-B9C2-1228-13C8-92F7093F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9E41A-1119-8394-1E9D-8C78E2BEB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8E91-5A7E-4548-B106-807805E48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74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22DAF-0472-4B13-5D7A-DFA4DAFBA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0ADEE-1B28-203D-FC46-804C72D36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D492C-18EE-D88F-3ECF-21CB4C0EF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313DF6-2115-2F83-D711-D381FC2E6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7D1914-3B25-EB86-68F6-63C15F0E27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68B58E-FC9D-C68D-D7AB-F6239BD4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1321E-EE07-4581-912B-50FDBD7C3230}" type="datetimeFigureOut">
              <a:rPr lang="en-IN" smtClean="0"/>
              <a:t>05/08/25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34A238-B2CA-B60D-E4CC-5DA8F91DD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A6B11-0CB4-821B-A8E0-964972A8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8E91-5A7E-4548-B106-807805E48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21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00C86-3CD4-2367-BBA4-6F31AE3FA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B1861-47EE-652E-22D2-94A0DE917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1321E-EE07-4581-912B-50FDBD7C3230}" type="datetimeFigureOut">
              <a:rPr lang="en-IN" smtClean="0"/>
              <a:t>05/08/25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0806C1-D815-D8C7-48B2-F188477E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C13624-941A-48D2-E989-3E5B38EF2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8E91-5A7E-4548-B106-807805E48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413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E97CB-4FE0-FCE1-DDAC-95A4BE1DA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1321E-EE07-4581-912B-50FDBD7C3230}" type="datetimeFigureOut">
              <a:rPr lang="en-IN" smtClean="0"/>
              <a:t>05/08/25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9E53B7-BD43-1B70-ED08-8B3387A2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41AD0-A036-E3EC-31CF-3991AE14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8E91-5A7E-4548-B106-807805E48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659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7E02F-0B39-5F60-4FB5-429D64FB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8C627-1C18-657F-EDD1-76BC16528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C61C1-D314-BF5D-6DAD-B29F725B0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A85C9-1E4E-168A-D47B-FBFFE12BF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1321E-EE07-4581-912B-50FDBD7C3230}" type="datetimeFigureOut">
              <a:rPr lang="en-IN" smtClean="0"/>
              <a:t>05/08/25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CA74A-86B0-4FE2-703D-D06332450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F1FE4-72C4-E6CB-E3E1-1D453280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8E91-5A7E-4548-B106-807805E48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678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481AF-10C3-11A3-28BF-8C72C6B60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690E7-3A21-66A7-4CA7-8479175888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84EB5-78C0-2413-B566-CDCBB296A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0B39D-A32D-C6B0-0843-D0F32A633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1321E-EE07-4581-912B-50FDBD7C3230}" type="datetimeFigureOut">
              <a:rPr lang="en-IN" smtClean="0"/>
              <a:t>05/08/25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24A88-07E8-61A8-69B3-E1E4FDC6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BCD43-9C8E-1183-170D-5607D24FC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8E91-5A7E-4548-B106-807805E48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63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F12AF-4909-7F78-BC30-0157B2FBC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16AA09-C642-CE91-97FD-D90B8CEFD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0DFE7-414D-D25C-0148-AAE49369A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1321E-EE07-4581-912B-50FDBD7C3230}" type="datetimeFigureOut">
              <a:rPr lang="en-IN" smtClean="0"/>
              <a:t>05/08/25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63F31-77A3-949E-360C-0B558B6C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1BE10-648E-8449-DEAE-599B3BCB4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8E91-5A7E-4548-B106-807805E48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17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F16273-4C14-4539-B22E-621173D80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09DDD-A221-B1FE-7792-3F9F0A7C3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E0F96-47C7-F7A9-28ED-72C47C71C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1321E-EE07-4581-912B-50FDBD7C3230}" type="datetimeFigureOut">
              <a:rPr lang="en-IN" smtClean="0"/>
              <a:t>05/08/25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9E31E-9269-2095-790C-D2B300A72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CF070-CF3B-C2E6-3BF1-F4354B3D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F8E91-5A7E-4548-B106-807805E48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82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6E4A06-56E2-9867-C7DD-B93C2CA3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D632F-E2E6-ACF6-A8C1-3A8B66F24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13E4B-5723-1002-E5E9-C0188CEFA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91321E-EE07-4581-912B-50FDBD7C3230}" type="datetimeFigureOut">
              <a:rPr lang="en-IN" smtClean="0"/>
              <a:t>05/08/25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60B35-DA83-9452-032F-E54B7791E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40D82-0556-D648-441E-6EC5ADE53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6F8E91-5A7E-4548-B106-807805E488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24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jp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82D54-053A-8632-F524-568C5A95C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r>
              <a:rPr lang="en-US" sz="5600" dirty="0"/>
              <a:t>CIAM Solution Integration with Applications</a:t>
            </a:r>
            <a:endParaRPr lang="en-IN" sz="5600" dirty="0"/>
          </a:p>
        </p:txBody>
      </p:sp>
      <p:pic>
        <p:nvPicPr>
          <p:cNvPr id="5" name="Picture 4" descr="A logo with text and a palm tree&#10;&#10;AI-generated content may be incorrect.">
            <a:extLst>
              <a:ext uri="{FF2B5EF4-FFF2-40B4-BE49-F238E27FC236}">
                <a16:creationId xmlns:a16="http://schemas.microsoft.com/office/drawing/2014/main" id="{653DC7DB-03F7-7498-A654-2155EDB0F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509" y="591670"/>
            <a:ext cx="5054385" cy="2742004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36E4B111-6A05-1359-940E-A24E866BAB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6225263"/>
              </p:ext>
            </p:extLst>
          </p:nvPr>
        </p:nvGraphicFramePr>
        <p:xfrm>
          <a:off x="7125093" y="5582885"/>
          <a:ext cx="4597746" cy="1219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38171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92C9E-A4CE-9B4B-BF2A-19C8878FE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N" sz="5400" b="1"/>
              <a:t>Objective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BD372535-5BCF-D9EE-280D-D8C2265DFA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6800522"/>
              </p:ext>
            </p:extLst>
          </p:nvPr>
        </p:nvGraphicFramePr>
        <p:xfrm>
          <a:off x="825264" y="2598710"/>
          <a:ext cx="10039472" cy="343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8C404451-032D-F58F-3004-BB8BE5AFAE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705" y="69156"/>
            <a:ext cx="2327410" cy="126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65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77E25-ED22-F64B-68AF-A1E2DE2A2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IN" sz="3200" b="1"/>
              <a:t>CIAM Overview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C401D0B-C5F6-C3BC-77B6-39351EBE41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4250677"/>
              </p:ext>
            </p:extLst>
          </p:nvPr>
        </p:nvGraphicFramePr>
        <p:xfrm>
          <a:off x="861462" y="1716289"/>
          <a:ext cx="4544762" cy="4351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279D4FF1-33DE-0796-7A4A-89F72E29D743}"/>
              </a:ext>
            </a:extLst>
          </p:cNvPr>
          <p:cNvCxnSpPr>
            <a:cxnSpLocks/>
          </p:cNvCxnSpPr>
          <p:nvPr/>
        </p:nvCxnSpPr>
        <p:spPr>
          <a:xfrm>
            <a:off x="5306602" y="2549105"/>
            <a:ext cx="2750470" cy="110544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66EF300E-D05F-F075-AEEA-00890D2D6376}"/>
              </a:ext>
            </a:extLst>
          </p:cNvPr>
          <p:cNvCxnSpPr>
            <a:cxnSpLocks/>
          </p:cNvCxnSpPr>
          <p:nvPr/>
        </p:nvCxnSpPr>
        <p:spPr>
          <a:xfrm>
            <a:off x="5406224" y="2980427"/>
            <a:ext cx="2650848" cy="81950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8E924682-DAAE-AC9F-DE0C-298D4FB7772E}"/>
              </a:ext>
            </a:extLst>
          </p:cNvPr>
          <p:cNvCxnSpPr>
            <a:cxnSpLocks/>
          </p:cNvCxnSpPr>
          <p:nvPr/>
        </p:nvCxnSpPr>
        <p:spPr>
          <a:xfrm>
            <a:off x="5406224" y="3510951"/>
            <a:ext cx="2650848" cy="34505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FD13DD39-BE73-E353-991B-DF4298129A70}"/>
              </a:ext>
            </a:extLst>
          </p:cNvPr>
          <p:cNvCxnSpPr>
            <a:cxnSpLocks/>
          </p:cNvCxnSpPr>
          <p:nvPr/>
        </p:nvCxnSpPr>
        <p:spPr>
          <a:xfrm>
            <a:off x="5456035" y="3976777"/>
            <a:ext cx="2601037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407FFD33-B9CE-30F6-F4A4-0179B28E7D75}"/>
              </a:ext>
            </a:extLst>
          </p:cNvPr>
          <p:cNvCxnSpPr>
            <a:cxnSpLocks/>
          </p:cNvCxnSpPr>
          <p:nvPr/>
        </p:nvCxnSpPr>
        <p:spPr>
          <a:xfrm flipV="1">
            <a:off x="5406224" y="4123426"/>
            <a:ext cx="2650848" cy="71599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47DB29CA-B96C-09EB-962A-731A8C060567}"/>
              </a:ext>
            </a:extLst>
          </p:cNvPr>
          <p:cNvCxnSpPr>
            <a:cxnSpLocks/>
          </p:cNvCxnSpPr>
          <p:nvPr/>
        </p:nvCxnSpPr>
        <p:spPr>
          <a:xfrm flipV="1">
            <a:off x="5406224" y="4209691"/>
            <a:ext cx="2650848" cy="110543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7CB0253D-D846-30BF-C490-58B6B5B8BA0D}"/>
              </a:ext>
            </a:extLst>
          </p:cNvPr>
          <p:cNvSpPr/>
          <p:nvPr/>
        </p:nvSpPr>
        <p:spPr>
          <a:xfrm>
            <a:off x="8156694" y="3467819"/>
            <a:ext cx="2104845" cy="862642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CIAM</a:t>
            </a:r>
            <a:endParaRPr lang="en-IN" dirty="0"/>
          </a:p>
        </p:txBody>
      </p:sp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A8F8F675-0DE6-7570-61A4-2F5039AD2C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705" y="69156"/>
            <a:ext cx="2327410" cy="1261908"/>
          </a:xfrm>
          <a:prstGeom prst="rect">
            <a:avLst/>
          </a:prstGeom>
        </p:spPr>
      </p:pic>
      <p:cxnSp>
        <p:nvCxnSpPr>
          <p:cNvPr id="6" name="Connector: Curved 18">
            <a:extLst>
              <a:ext uri="{FF2B5EF4-FFF2-40B4-BE49-F238E27FC236}">
                <a16:creationId xmlns:a16="http://schemas.microsoft.com/office/drawing/2014/main" id="{B042768C-E522-3992-6768-033F677C0CFD}"/>
              </a:ext>
            </a:extLst>
          </p:cNvPr>
          <p:cNvCxnSpPr>
            <a:cxnSpLocks/>
          </p:cNvCxnSpPr>
          <p:nvPr/>
        </p:nvCxnSpPr>
        <p:spPr>
          <a:xfrm flipV="1">
            <a:off x="5431129" y="4059626"/>
            <a:ext cx="2625943" cy="33837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115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erson in a hoodie using a computer&#10;&#10;Description automatically generated">
            <a:extLst>
              <a:ext uri="{FF2B5EF4-FFF2-40B4-BE49-F238E27FC236}">
                <a16:creationId xmlns:a16="http://schemas.microsoft.com/office/drawing/2014/main" id="{C552168A-629C-1D77-D164-6BCC8AC3DE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28" r="12360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D4807-3C9C-3F4B-54F7-E1165BE3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N" sz="4000"/>
              <a:t>Why SSO in CIAM?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0B92F-F8BC-E520-EFE2-ECCC61503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/>
              <a:t>Benefits of SSO Integration</a:t>
            </a:r>
          </a:p>
          <a:p>
            <a:r>
              <a:rPr lang="en-IN" sz="2000"/>
              <a:t>Seamless access across applications</a:t>
            </a:r>
          </a:p>
          <a:p>
            <a:r>
              <a:rPr lang="en-IN" sz="2000"/>
              <a:t>Reduced login friction</a:t>
            </a:r>
          </a:p>
          <a:p>
            <a:r>
              <a:rPr lang="en-IN" sz="2000"/>
              <a:t>Centralized user management</a:t>
            </a:r>
          </a:p>
          <a:p>
            <a:r>
              <a:rPr lang="en-IN" sz="2000"/>
              <a:t>Lower IT overhead</a:t>
            </a:r>
          </a:p>
          <a:p>
            <a:r>
              <a:rPr lang="en-IN" sz="2000"/>
              <a:t>Enhanced security posture</a:t>
            </a:r>
          </a:p>
          <a:p>
            <a:r>
              <a:rPr lang="en-IN" sz="2000"/>
              <a:t>Application wise login journey and branding customization</a:t>
            </a: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32AA16A8-DD6C-4329-1C08-D99A091C5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88" y="0"/>
            <a:ext cx="2327410" cy="126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201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2ED9F-357F-BC8C-8C41-5F19D28D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BD8E9E-A776-894F-5AB3-DA8E49F17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2326" y="802955"/>
            <a:ext cx="5290594" cy="145405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Protocol Support</a:t>
            </a:r>
          </a:p>
        </p:txBody>
      </p:sp>
      <p:pic>
        <p:nvPicPr>
          <p:cNvPr id="3" name="Google Shape;1774;p45">
            <a:extLst>
              <a:ext uri="{FF2B5EF4-FFF2-40B4-BE49-F238E27FC236}">
                <a16:creationId xmlns:a16="http://schemas.microsoft.com/office/drawing/2014/main" id="{94B6AADB-9EE9-997F-B8DF-7FEB12C5E5A0}"/>
              </a:ext>
            </a:extLst>
          </p:cNvPr>
          <p:cNvPicPr preferRelativeResize="0"/>
          <p:nvPr/>
        </p:nvPicPr>
        <p:blipFill rotWithShape="1">
          <a:blip r:embed="rId2"/>
          <a:srcRect l="4517" r="15871" b="-2"/>
          <a:stretch>
            <a:fillRect/>
          </a:stretch>
        </p:blipFill>
        <p:spPr>
          <a:xfrm>
            <a:off x="-3" y="2345922"/>
            <a:ext cx="5375372" cy="4507038"/>
          </a:xfrm>
          <a:custGeom>
            <a:avLst/>
            <a:gdLst/>
            <a:ahLst/>
            <a:cxnLst/>
            <a:rect l="l" t="t" r="r" b="b"/>
            <a:pathLst>
              <a:path w="5485419" h="4610469">
                <a:moveTo>
                  <a:pt x="2345076" y="0"/>
                </a:moveTo>
                <a:cubicBezTo>
                  <a:pt x="4079439" y="0"/>
                  <a:pt x="5485419" y="1405980"/>
                  <a:pt x="5485419" y="3140344"/>
                </a:cubicBezTo>
                <a:cubicBezTo>
                  <a:pt x="5485419" y="3573935"/>
                  <a:pt x="5397545" y="3987002"/>
                  <a:pt x="5238635" y="4362707"/>
                </a:cubicBezTo>
                <a:lnTo>
                  <a:pt x="5119282" y="4610469"/>
                </a:lnTo>
                <a:lnTo>
                  <a:pt x="0" y="4610469"/>
                </a:lnTo>
                <a:lnTo>
                  <a:pt x="0" y="1056789"/>
                </a:lnTo>
                <a:lnTo>
                  <a:pt x="124518" y="919786"/>
                </a:lnTo>
                <a:cubicBezTo>
                  <a:pt x="692808" y="351495"/>
                  <a:pt x="1477894" y="0"/>
                  <a:pt x="2345076" y="0"/>
                </a:cubicBezTo>
                <a:close/>
              </a:path>
            </a:pathLst>
          </a:cu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DE3225-D3AF-A2B4-E6E4-36080A7D01AF}"/>
              </a:ext>
            </a:extLst>
          </p:cNvPr>
          <p:cNvSpPr txBox="1"/>
          <p:nvPr/>
        </p:nvSpPr>
        <p:spPr>
          <a:xfrm>
            <a:off x="6092326" y="2421682"/>
            <a:ext cx="5286665" cy="3639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SAML2.0 Web SSO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OAuth2 Authorization Code / Resource Owner/ Client Credentials / Refresh Token / Device Authorization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Authorization using XACML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OpenID Connect for modern apps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SCIM for user provisioning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FIDO2/</a:t>
            </a:r>
            <a:r>
              <a:rPr lang="en-US" dirty="0" err="1">
                <a:solidFill>
                  <a:schemeClr val="tx2"/>
                </a:solidFill>
              </a:rPr>
              <a:t>WebAuthn</a:t>
            </a:r>
            <a:r>
              <a:rPr lang="en-US" dirty="0">
                <a:solidFill>
                  <a:schemeClr val="tx2"/>
                </a:solidFill>
              </a:rPr>
              <a:t> if MFA is included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Push notification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SCIM for user provisioning/de-provisioning</a:t>
            </a:r>
          </a:p>
        </p:txBody>
      </p:sp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0339EFCB-549C-B086-C46C-1FD38B379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705" y="69156"/>
            <a:ext cx="2327410" cy="126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32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logo of a company&#10;&#10;AI-generated content may be incorrect.">
            <a:extLst>
              <a:ext uri="{FF2B5EF4-FFF2-40B4-BE49-F238E27FC236}">
                <a16:creationId xmlns:a16="http://schemas.microsoft.com/office/drawing/2014/main" id="{D54DBDEC-9EF3-FC09-7A94-0B4220AA3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705" y="69156"/>
            <a:ext cx="2327410" cy="1261908"/>
          </a:xfrm>
          <a:prstGeom prst="rect">
            <a:avLst/>
          </a:prstGeom>
        </p:spPr>
      </p:pic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D9B8D1E-36C4-B670-C0A3-D198020F9B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245" y="69156"/>
            <a:ext cx="5512311" cy="679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946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D3E097DE-84AB-F36E-5024-0D95AF653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630" y="-1"/>
            <a:ext cx="2327410" cy="126190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2BB7290-41FB-4744-5930-0A8ECF805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/>
              <a:t>User On-Bording/Provisioning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5B364A-316D-5C3F-F225-98D7E0135D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991" y="1261907"/>
            <a:ext cx="3924224" cy="540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65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8A9F33-098C-29BF-CAC9-2D76EA13E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/>
              <a:t>User Off-Bording/De-Provisioning</a:t>
            </a:r>
          </a:p>
        </p:txBody>
      </p:sp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C3A7FB98-B21B-A270-C372-36DFEA3CE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630" y="-1"/>
            <a:ext cx="2327410" cy="12619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D50E5C-3C49-00BE-800B-28A900482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054" y="2314574"/>
            <a:ext cx="6712833" cy="288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89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46764-4932-385F-522E-8C2B20F7D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07FA7-CB81-EEFB-0912-272F675E0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1914" y="2074363"/>
            <a:ext cx="2752354" cy="2709275"/>
          </a:xfrm>
          <a:prstGeom prst="rect">
            <a:avLst/>
          </a:prstGeom>
          <a:solidFill>
            <a:srgbClr val="295448"/>
          </a:solidFill>
          <a:ln>
            <a:solidFill>
              <a:srgbClr val="295448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  <p:pic>
        <p:nvPicPr>
          <p:cNvPr id="5" name="Picture 4" descr="A logo with text and a palm tree&#10;&#10;AI-generated content may be incorrect.">
            <a:extLst>
              <a:ext uri="{FF2B5EF4-FFF2-40B4-BE49-F238E27FC236}">
                <a16:creationId xmlns:a16="http://schemas.microsoft.com/office/drawing/2014/main" id="{E2AA0BE2-76A6-E31D-2557-3A927465F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665" y="1583394"/>
            <a:ext cx="6804078" cy="369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423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A1AD26C142514E8A4A78F0355AFC7B" ma:contentTypeVersion="18" ma:contentTypeDescription="Create a new document." ma:contentTypeScope="" ma:versionID="dcee6381435f8cb257d8d1ead0e47e9f">
  <xsd:schema xmlns:xsd="http://www.w3.org/2001/XMLSchema" xmlns:xs="http://www.w3.org/2001/XMLSchema" xmlns:p="http://schemas.microsoft.com/office/2006/metadata/properties" xmlns:ns3="f61b8c34-3639-44c3-9926-6243fb8964f2" xmlns:ns4="4d7001b2-106b-4153-8b60-8b6d8c8eeaf8" targetNamespace="http://schemas.microsoft.com/office/2006/metadata/properties" ma:root="true" ma:fieldsID="5cac32e537f0221a5934b3c953785424" ns3:_="" ns4:_="">
    <xsd:import namespace="f61b8c34-3639-44c3-9926-6243fb8964f2"/>
    <xsd:import namespace="4d7001b2-106b-4153-8b60-8b6d8c8eeaf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b8c34-3639-44c3-9926-6243fb8964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7001b2-106b-4153-8b60-8b6d8c8eeaf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61b8c34-3639-44c3-9926-6243fb8964f2" xsi:nil="true"/>
  </documentManagement>
</p:properties>
</file>

<file path=customXml/itemProps1.xml><?xml version="1.0" encoding="utf-8"?>
<ds:datastoreItem xmlns:ds="http://schemas.openxmlformats.org/officeDocument/2006/customXml" ds:itemID="{A1055803-0162-4B5B-ACF8-03C400B421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054131-0E4C-4329-89E0-E339CC051B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b8c34-3639-44c3-9926-6243fb8964f2"/>
    <ds:schemaRef ds:uri="4d7001b2-106b-4153-8b60-8b6d8c8eea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65391D-577B-4652-A4B2-0B1501C4A7DE}">
  <ds:schemaRefs>
    <ds:schemaRef ds:uri="http://purl.org/dc/elements/1.1/"/>
    <ds:schemaRef ds:uri="http://purl.org/dc/dcmitype/"/>
    <ds:schemaRef ds:uri="http://schemas.microsoft.com/office/2006/metadata/properties"/>
    <ds:schemaRef ds:uri="f61b8c34-3639-44c3-9926-6243fb8964f2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d7001b2-106b-4153-8b60-8b6d8c8eeaf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1907</TotalTime>
  <Words>199</Words>
  <Application>Microsoft Macintosh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CIAM Solution Integration with Applications</vt:lpstr>
      <vt:lpstr>Objective</vt:lpstr>
      <vt:lpstr>CIAM Overview</vt:lpstr>
      <vt:lpstr>Why SSO in CIAM?</vt:lpstr>
      <vt:lpstr>Protocol Support</vt:lpstr>
      <vt:lpstr>PowerPoint Presentation</vt:lpstr>
      <vt:lpstr>User On-Bording/Provisioning</vt:lpstr>
      <vt:lpstr>User Off-Bording/De-Provisioning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Abinash Nayak</dc:creator>
  <cp:lastModifiedBy>chinmaya tripathy</cp:lastModifiedBy>
  <cp:revision>22</cp:revision>
  <dcterms:created xsi:type="dcterms:W3CDTF">2025-07-02T14:05:51Z</dcterms:created>
  <dcterms:modified xsi:type="dcterms:W3CDTF">2025-08-06T08:02:59Z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0x010100B3A1AD26C142514E8A4A78F0355AFC7B</vt:lpwstr>
  </property>
</Properties>
</file>